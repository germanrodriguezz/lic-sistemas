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3575"/>
  <p:notesSz cx="6858000" cy="9144000"/>
  <p:embeddedFontLst>
    <p:embeddedFont>
      <p:font typeface="Century Gothic"/>
      <p:regular r:id="rId23"/>
      <p:bold r:id="rId24"/>
      <p:italic r:id="rId25"/>
      <p:boldItalic r:id="rId26"/>
    </p:embeddedFont>
    <p:embeddedFont>
      <p:font typeface="Questrial"/>
      <p:regular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28" roundtripDataSignature="AMtx7mjGm1x6uc3hPNrXLKi1y71DneFa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CenturyGothic-bold.fntdata"/><Relationship Id="rId23" Type="http://schemas.openxmlformats.org/officeDocument/2006/relationships/font" Target="fonts/CenturyGothic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CenturyGothic-boldItalic.fntdata"/><Relationship Id="rId25" Type="http://schemas.openxmlformats.org/officeDocument/2006/relationships/font" Target="fonts/CenturyGothic-italic.fntdata"/><Relationship Id="rId28" Type="http://customschemas.google.com/relationships/presentationmetadata" Target="metadata"/><Relationship Id="rId27" Type="http://schemas.openxmlformats.org/officeDocument/2006/relationships/font" Target="fonts/Questrial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4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5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Google Shape;6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Google Shape;7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Google Shape;8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Google Shape;9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0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Google Shape;12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Google Shape;13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14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Google Shape;15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16;n"/>
          <p:cNvSpPr/>
          <p:nvPr>
            <p:ph idx="2" type="sldImg"/>
          </p:nvPr>
        </p:nvSpPr>
        <p:spPr>
          <a:xfrm>
            <a:off x="1106487" y="812800"/>
            <a:ext cx="5322887" cy="39862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" name="Google Shape;17;n"/>
          <p:cNvSpPr txBox="1"/>
          <p:nvPr>
            <p:ph idx="1" type="body"/>
          </p:nvPr>
        </p:nvSpPr>
        <p:spPr>
          <a:xfrm>
            <a:off x="755650" y="5078412"/>
            <a:ext cx="6026150" cy="4789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n"/>
          <p:cNvSpPr txBox="1"/>
          <p:nvPr/>
        </p:nvSpPr>
        <p:spPr>
          <a:xfrm>
            <a:off x="0" y="0"/>
            <a:ext cx="3268662" cy="522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Google Shape;19;n"/>
          <p:cNvSpPr txBox="1"/>
          <p:nvPr/>
        </p:nvSpPr>
        <p:spPr>
          <a:xfrm>
            <a:off x="4278312" y="0"/>
            <a:ext cx="3268662" cy="522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" name="Google Shape;20;n"/>
          <p:cNvSpPr txBox="1"/>
          <p:nvPr/>
        </p:nvSpPr>
        <p:spPr>
          <a:xfrm>
            <a:off x="0" y="10156825"/>
            <a:ext cx="3268662" cy="522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" name="Google Shape;21;n"/>
          <p:cNvSpPr txBox="1"/>
          <p:nvPr>
            <p:ph idx="12" type="sldNum"/>
          </p:nvPr>
        </p:nvSpPr>
        <p:spPr>
          <a:xfrm>
            <a:off x="4278312" y="10156825"/>
            <a:ext cx="3259137" cy="5127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:notes"/>
          <p:cNvSpPr txBox="1"/>
          <p:nvPr/>
        </p:nvSpPr>
        <p:spPr>
          <a:xfrm>
            <a:off x="4278312" y="10156825"/>
            <a:ext cx="3259137" cy="5127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:notes"/>
          <p:cNvSpPr txBox="1"/>
          <p:nvPr/>
        </p:nvSpPr>
        <p:spPr>
          <a:xfrm>
            <a:off x="4278312" y="10156825"/>
            <a:ext cx="3268662" cy="5222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"/>
            <a:headEnd len="sm" w="sm" type="none"/>
            <a:tailEnd len="sm" w="sm" type="none"/>
          </a:ln>
        </p:spPr>
      </p:sp>
      <p:sp>
        <p:nvSpPr>
          <p:cNvPr id="232" name="Google Shape;232;p1:notes"/>
          <p:cNvSpPr txBox="1"/>
          <p:nvPr/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1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:notes"/>
          <p:cNvSpPr txBox="1"/>
          <p:nvPr>
            <p:ph idx="1" type="body"/>
          </p:nvPr>
        </p:nvSpPr>
        <p:spPr>
          <a:xfrm>
            <a:off x="755650" y="5078412"/>
            <a:ext cx="6026150" cy="4789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:notes"/>
          <p:cNvSpPr txBox="1"/>
          <p:nvPr/>
        </p:nvSpPr>
        <p:spPr>
          <a:xfrm>
            <a:off x="4278312" y="10156825"/>
            <a:ext cx="3259137" cy="5127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:notes"/>
          <p:cNvSpPr txBox="1"/>
          <p:nvPr/>
        </p:nvSpPr>
        <p:spPr>
          <a:xfrm>
            <a:off x="4278312" y="10156825"/>
            <a:ext cx="3268662" cy="5222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:notes"/>
          <p:cNvSpPr txBox="1"/>
          <p:nvPr>
            <p:ph idx="1" type="body"/>
          </p:nvPr>
        </p:nvSpPr>
        <p:spPr>
          <a:xfrm>
            <a:off x="755650" y="5078412"/>
            <a:ext cx="6026150" cy="4789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- Objetivo del diseño/modelado lógico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- Equivalente al esquema conceptual, pero que resulte más eficiente para implementar en un DBMS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- Analogía entre el proceso de diseño de una base de datos y la construcción de una casa?</a:t>
            </a:r>
            <a:endParaRPr/>
          </a:p>
        </p:txBody>
      </p:sp>
      <p:sp>
        <p:nvSpPr>
          <p:cNvPr id="242" name="Google Shape;242;p2:notes"/>
          <p:cNvSpPr/>
          <p:nvPr>
            <p:ph idx="2" type="sldImg"/>
          </p:nvPr>
        </p:nvSpPr>
        <p:spPr>
          <a:xfrm>
            <a:off x="1106487" y="812800"/>
            <a:ext cx="5322887" cy="39862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:notes"/>
          <p:cNvSpPr txBox="1"/>
          <p:nvPr/>
        </p:nvSpPr>
        <p:spPr>
          <a:xfrm>
            <a:off x="4278312" y="10156825"/>
            <a:ext cx="3259137" cy="5127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:notes"/>
          <p:cNvSpPr/>
          <p:nvPr>
            <p:ph idx="2" type="sldImg"/>
          </p:nvPr>
        </p:nvSpPr>
        <p:spPr>
          <a:xfrm>
            <a:off x="220662" y="812800"/>
            <a:ext cx="7104062" cy="3995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"/>
            <a:headEnd len="sm" w="sm" type="none"/>
            <a:tailEnd len="sm" w="sm" type="none"/>
          </a:ln>
        </p:spPr>
      </p:sp>
      <p:sp>
        <p:nvSpPr>
          <p:cNvPr id="251" name="Google Shape;251;p3:notes"/>
          <p:cNvSpPr txBox="1"/>
          <p:nvPr/>
        </p:nvSpPr>
        <p:spPr>
          <a:xfrm>
            <a:off x="755650" y="5078412"/>
            <a:ext cx="6035675" cy="4799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3:notes"/>
          <p:cNvSpPr txBox="1"/>
          <p:nvPr>
            <p:ph idx="1" type="body"/>
          </p:nvPr>
        </p:nvSpPr>
        <p:spPr>
          <a:xfrm>
            <a:off x="755650" y="5078412"/>
            <a:ext cx="6026150" cy="4789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:notes"/>
          <p:cNvSpPr txBox="1"/>
          <p:nvPr/>
        </p:nvSpPr>
        <p:spPr>
          <a:xfrm>
            <a:off x="4278312" y="10156825"/>
            <a:ext cx="3259137" cy="5127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4:notes"/>
          <p:cNvSpPr/>
          <p:nvPr>
            <p:ph idx="2" type="sldImg"/>
          </p:nvPr>
        </p:nvSpPr>
        <p:spPr>
          <a:xfrm>
            <a:off x="220662" y="812800"/>
            <a:ext cx="7104062" cy="3995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"/>
            <a:headEnd len="sm" w="sm" type="none"/>
            <a:tailEnd len="sm" w="sm" type="none"/>
          </a:ln>
        </p:spPr>
      </p:sp>
      <p:sp>
        <p:nvSpPr>
          <p:cNvPr id="259" name="Google Shape;259;p4:notes"/>
          <p:cNvSpPr txBox="1"/>
          <p:nvPr/>
        </p:nvSpPr>
        <p:spPr>
          <a:xfrm>
            <a:off x="755650" y="5078412"/>
            <a:ext cx="6035675" cy="4799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4:notes"/>
          <p:cNvSpPr txBox="1"/>
          <p:nvPr>
            <p:ph idx="1" type="body"/>
          </p:nvPr>
        </p:nvSpPr>
        <p:spPr>
          <a:xfrm>
            <a:off x="755650" y="5078412"/>
            <a:ext cx="6026150" cy="4789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:notes"/>
          <p:cNvSpPr txBox="1"/>
          <p:nvPr/>
        </p:nvSpPr>
        <p:spPr>
          <a:xfrm>
            <a:off x="4278312" y="10156825"/>
            <a:ext cx="3259137" cy="5127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5:notes"/>
          <p:cNvSpPr/>
          <p:nvPr>
            <p:ph idx="2" type="sldImg"/>
          </p:nvPr>
        </p:nvSpPr>
        <p:spPr>
          <a:xfrm>
            <a:off x="220662" y="812800"/>
            <a:ext cx="7104062" cy="3995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"/>
            <a:headEnd len="sm" w="sm" type="none"/>
            <a:tailEnd len="sm" w="sm" type="none"/>
          </a:ln>
        </p:spPr>
      </p:sp>
      <p:sp>
        <p:nvSpPr>
          <p:cNvPr id="267" name="Google Shape;267;p5:notes"/>
          <p:cNvSpPr txBox="1"/>
          <p:nvPr/>
        </p:nvSpPr>
        <p:spPr>
          <a:xfrm>
            <a:off x="755650" y="5078412"/>
            <a:ext cx="6035675" cy="4799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5:notes"/>
          <p:cNvSpPr txBox="1"/>
          <p:nvPr>
            <p:ph idx="1" type="body"/>
          </p:nvPr>
        </p:nvSpPr>
        <p:spPr>
          <a:xfrm>
            <a:off x="755650" y="5078412"/>
            <a:ext cx="6026150" cy="4789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6:notes"/>
          <p:cNvSpPr txBox="1"/>
          <p:nvPr/>
        </p:nvSpPr>
        <p:spPr>
          <a:xfrm>
            <a:off x="4278312" y="10156825"/>
            <a:ext cx="3259137" cy="5127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6:notes"/>
          <p:cNvSpPr/>
          <p:nvPr>
            <p:ph idx="2" type="sldImg"/>
          </p:nvPr>
        </p:nvSpPr>
        <p:spPr>
          <a:xfrm>
            <a:off x="220662" y="812800"/>
            <a:ext cx="7104062" cy="3995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"/>
            <a:headEnd len="sm" w="sm" type="none"/>
            <a:tailEnd len="sm" w="sm" type="none"/>
          </a:ln>
        </p:spPr>
      </p:sp>
      <p:sp>
        <p:nvSpPr>
          <p:cNvPr id="276" name="Google Shape;276;p6:notes"/>
          <p:cNvSpPr txBox="1"/>
          <p:nvPr/>
        </p:nvSpPr>
        <p:spPr>
          <a:xfrm>
            <a:off x="755650" y="5078412"/>
            <a:ext cx="6035675" cy="4799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p6:notes"/>
          <p:cNvSpPr txBox="1"/>
          <p:nvPr>
            <p:ph idx="1" type="body"/>
          </p:nvPr>
        </p:nvSpPr>
        <p:spPr>
          <a:xfrm>
            <a:off x="755650" y="5078412"/>
            <a:ext cx="6026150" cy="4789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7:notes"/>
          <p:cNvSpPr txBox="1"/>
          <p:nvPr/>
        </p:nvSpPr>
        <p:spPr>
          <a:xfrm>
            <a:off x="4278312" y="10156825"/>
            <a:ext cx="3259137" cy="5127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7:notes"/>
          <p:cNvSpPr/>
          <p:nvPr>
            <p:ph idx="2" type="sldImg"/>
          </p:nvPr>
        </p:nvSpPr>
        <p:spPr>
          <a:xfrm>
            <a:off x="220662" y="812800"/>
            <a:ext cx="7104062" cy="3995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"/>
            <a:headEnd len="sm" w="sm" type="none"/>
            <a:tailEnd len="sm" w="sm" type="none"/>
          </a:ln>
        </p:spPr>
      </p:sp>
      <p:sp>
        <p:nvSpPr>
          <p:cNvPr id="287" name="Google Shape;287;p7:notes"/>
          <p:cNvSpPr txBox="1"/>
          <p:nvPr/>
        </p:nvSpPr>
        <p:spPr>
          <a:xfrm>
            <a:off x="755650" y="5078412"/>
            <a:ext cx="6035675" cy="4799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7:notes"/>
          <p:cNvSpPr txBox="1"/>
          <p:nvPr>
            <p:ph idx="1" type="body"/>
          </p:nvPr>
        </p:nvSpPr>
        <p:spPr>
          <a:xfrm>
            <a:off x="755650" y="5078412"/>
            <a:ext cx="6026150" cy="4789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Explicar el concepto de identificador mínimo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97c1d5606e_0_3:notes"/>
          <p:cNvSpPr txBox="1"/>
          <p:nvPr/>
        </p:nvSpPr>
        <p:spPr>
          <a:xfrm>
            <a:off x="4278312" y="10156825"/>
            <a:ext cx="32592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97c1d5606e_0_3:notes"/>
          <p:cNvSpPr/>
          <p:nvPr>
            <p:ph idx="2" type="sldImg"/>
          </p:nvPr>
        </p:nvSpPr>
        <p:spPr>
          <a:xfrm>
            <a:off x="220662" y="812800"/>
            <a:ext cx="7104000" cy="3995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"/>
            <a:headEnd len="sm" w="sm" type="none"/>
            <a:tailEnd len="sm" w="sm" type="none"/>
          </a:ln>
        </p:spPr>
      </p:sp>
      <p:sp>
        <p:nvSpPr>
          <p:cNvPr id="297" name="Google Shape;297;g97c1d5606e_0_3:notes"/>
          <p:cNvSpPr txBox="1"/>
          <p:nvPr/>
        </p:nvSpPr>
        <p:spPr>
          <a:xfrm>
            <a:off x="755650" y="5078412"/>
            <a:ext cx="6035700" cy="47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" name="Google Shape;298;g97c1d5606e_0_3:notes"/>
          <p:cNvSpPr txBox="1"/>
          <p:nvPr>
            <p:ph idx="1" type="body"/>
          </p:nvPr>
        </p:nvSpPr>
        <p:spPr>
          <a:xfrm>
            <a:off x="755650" y="5078412"/>
            <a:ext cx="6026100" cy="47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Explicar el concepto de identificador mínimo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97c1d5606e_0_15:notes"/>
          <p:cNvSpPr txBox="1"/>
          <p:nvPr/>
        </p:nvSpPr>
        <p:spPr>
          <a:xfrm>
            <a:off x="4278312" y="10156825"/>
            <a:ext cx="32592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97c1d5606e_0_15:notes"/>
          <p:cNvSpPr/>
          <p:nvPr>
            <p:ph idx="2" type="sldImg"/>
          </p:nvPr>
        </p:nvSpPr>
        <p:spPr>
          <a:xfrm>
            <a:off x="220662" y="812800"/>
            <a:ext cx="7104000" cy="3995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"/>
            <a:headEnd len="sm" w="sm" type="none"/>
            <a:tailEnd len="sm" w="sm" type="none"/>
          </a:ln>
        </p:spPr>
      </p:sp>
      <p:sp>
        <p:nvSpPr>
          <p:cNvPr id="307" name="Google Shape;307;g97c1d5606e_0_15:notes"/>
          <p:cNvSpPr txBox="1"/>
          <p:nvPr/>
        </p:nvSpPr>
        <p:spPr>
          <a:xfrm>
            <a:off x="755650" y="5078412"/>
            <a:ext cx="6035700" cy="47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" name="Google Shape;308;g97c1d5606e_0_15:notes"/>
          <p:cNvSpPr txBox="1"/>
          <p:nvPr>
            <p:ph idx="1" type="body"/>
          </p:nvPr>
        </p:nvSpPr>
        <p:spPr>
          <a:xfrm>
            <a:off x="755650" y="5078412"/>
            <a:ext cx="6026100" cy="47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Explicar el concepto de identificador mínimo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8:notes"/>
          <p:cNvSpPr txBox="1"/>
          <p:nvPr/>
        </p:nvSpPr>
        <p:spPr>
          <a:xfrm>
            <a:off x="4278312" y="10156825"/>
            <a:ext cx="3259137" cy="5127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8:notes"/>
          <p:cNvSpPr/>
          <p:nvPr>
            <p:ph idx="2" type="sldImg"/>
          </p:nvPr>
        </p:nvSpPr>
        <p:spPr>
          <a:xfrm>
            <a:off x="220662" y="812800"/>
            <a:ext cx="7104062" cy="3995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"/>
            <a:headEnd len="sm" w="sm" type="none"/>
            <a:tailEnd len="sm" w="sm" type="none"/>
          </a:ln>
        </p:spPr>
      </p:sp>
      <p:sp>
        <p:nvSpPr>
          <p:cNvPr id="317" name="Google Shape;317;p8:notes"/>
          <p:cNvSpPr txBox="1"/>
          <p:nvPr/>
        </p:nvSpPr>
        <p:spPr>
          <a:xfrm>
            <a:off x="755650" y="5078412"/>
            <a:ext cx="6035675" cy="4799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8" name="Google Shape;318;p8:notes"/>
          <p:cNvSpPr txBox="1"/>
          <p:nvPr>
            <p:ph idx="1" type="body"/>
          </p:nvPr>
        </p:nvSpPr>
        <p:spPr>
          <a:xfrm>
            <a:off x="755650" y="5078412"/>
            <a:ext cx="6026150" cy="4789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9:notes"/>
          <p:cNvSpPr txBox="1"/>
          <p:nvPr/>
        </p:nvSpPr>
        <p:spPr>
          <a:xfrm>
            <a:off x="4278312" y="10156825"/>
            <a:ext cx="3259137" cy="5127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9:notes"/>
          <p:cNvSpPr/>
          <p:nvPr>
            <p:ph idx="2" type="sldImg"/>
          </p:nvPr>
        </p:nvSpPr>
        <p:spPr>
          <a:xfrm>
            <a:off x="220662" y="812800"/>
            <a:ext cx="7104062" cy="3995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"/>
            <a:headEnd len="sm" w="sm" type="none"/>
            <a:tailEnd len="sm" w="sm" type="none"/>
          </a:ln>
        </p:spPr>
      </p:sp>
      <p:sp>
        <p:nvSpPr>
          <p:cNvPr id="326" name="Google Shape;326;p9:notes"/>
          <p:cNvSpPr txBox="1"/>
          <p:nvPr/>
        </p:nvSpPr>
        <p:spPr>
          <a:xfrm>
            <a:off x="755650" y="5078412"/>
            <a:ext cx="6035675" cy="4799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9:notes"/>
          <p:cNvSpPr txBox="1"/>
          <p:nvPr>
            <p:ph idx="1" type="body"/>
          </p:nvPr>
        </p:nvSpPr>
        <p:spPr>
          <a:xfrm>
            <a:off x="755650" y="5078412"/>
            <a:ext cx="6026150" cy="4789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0:notes"/>
          <p:cNvSpPr txBox="1"/>
          <p:nvPr/>
        </p:nvSpPr>
        <p:spPr>
          <a:xfrm>
            <a:off x="4278312" y="10156825"/>
            <a:ext cx="3259137" cy="5127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0:notes"/>
          <p:cNvSpPr/>
          <p:nvPr>
            <p:ph idx="2" type="sldImg"/>
          </p:nvPr>
        </p:nvSpPr>
        <p:spPr>
          <a:xfrm>
            <a:off x="223837" y="812800"/>
            <a:ext cx="7091362" cy="3989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"/>
            <a:headEnd len="sm" w="sm" type="none"/>
            <a:tailEnd len="sm" w="sm" type="none"/>
          </a:ln>
        </p:spPr>
      </p:sp>
      <p:sp>
        <p:nvSpPr>
          <p:cNvPr id="337" name="Google Shape;337;p10:notes"/>
          <p:cNvSpPr txBox="1"/>
          <p:nvPr/>
        </p:nvSpPr>
        <p:spPr>
          <a:xfrm>
            <a:off x="755650" y="5078412"/>
            <a:ext cx="6029325" cy="4792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p10:notes"/>
          <p:cNvSpPr txBox="1"/>
          <p:nvPr>
            <p:ph idx="1" type="body"/>
          </p:nvPr>
        </p:nvSpPr>
        <p:spPr>
          <a:xfrm>
            <a:off x="755650" y="5078412"/>
            <a:ext cx="6026150" cy="4789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1:notes"/>
          <p:cNvSpPr txBox="1"/>
          <p:nvPr/>
        </p:nvSpPr>
        <p:spPr>
          <a:xfrm>
            <a:off x="4278312" y="10156825"/>
            <a:ext cx="32592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1:notes"/>
          <p:cNvSpPr/>
          <p:nvPr>
            <p:ph idx="2" type="sldImg"/>
          </p:nvPr>
        </p:nvSpPr>
        <p:spPr>
          <a:xfrm>
            <a:off x="223837" y="812800"/>
            <a:ext cx="7091400" cy="398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"/>
            <a:headEnd len="sm" w="sm" type="none"/>
            <a:tailEnd len="sm" w="sm" type="none"/>
          </a:ln>
        </p:spPr>
      </p:sp>
      <p:sp>
        <p:nvSpPr>
          <p:cNvPr id="350" name="Google Shape;350;p11:notes"/>
          <p:cNvSpPr txBox="1"/>
          <p:nvPr/>
        </p:nvSpPr>
        <p:spPr>
          <a:xfrm>
            <a:off x="755650" y="5078412"/>
            <a:ext cx="6029400" cy="47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" name="Google Shape;351;p11:notes"/>
          <p:cNvSpPr txBox="1"/>
          <p:nvPr>
            <p:ph idx="1" type="body"/>
          </p:nvPr>
        </p:nvSpPr>
        <p:spPr>
          <a:xfrm>
            <a:off x="755650" y="5078412"/>
            <a:ext cx="6026100" cy="47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7e26c312c3_0_30:notes"/>
          <p:cNvSpPr txBox="1"/>
          <p:nvPr/>
        </p:nvSpPr>
        <p:spPr>
          <a:xfrm>
            <a:off x="4278312" y="10156825"/>
            <a:ext cx="32592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g37e26c312c3_0_30:notes"/>
          <p:cNvSpPr/>
          <p:nvPr>
            <p:ph idx="2" type="sldImg"/>
          </p:nvPr>
        </p:nvSpPr>
        <p:spPr>
          <a:xfrm>
            <a:off x="223837" y="812800"/>
            <a:ext cx="7091400" cy="398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"/>
            <a:headEnd len="sm" w="sm" type="none"/>
            <a:tailEnd len="sm" w="sm" type="none"/>
          </a:ln>
        </p:spPr>
      </p:sp>
      <p:sp>
        <p:nvSpPr>
          <p:cNvPr id="363" name="Google Shape;363;g37e26c312c3_0_30:notes"/>
          <p:cNvSpPr txBox="1"/>
          <p:nvPr/>
        </p:nvSpPr>
        <p:spPr>
          <a:xfrm>
            <a:off x="755650" y="5078412"/>
            <a:ext cx="6029400" cy="47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4" name="Google Shape;364;g37e26c312c3_0_30:notes"/>
          <p:cNvSpPr txBox="1"/>
          <p:nvPr>
            <p:ph idx="1" type="body"/>
          </p:nvPr>
        </p:nvSpPr>
        <p:spPr>
          <a:xfrm>
            <a:off x="755650" y="5078412"/>
            <a:ext cx="6026100" cy="47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2:notes"/>
          <p:cNvSpPr/>
          <p:nvPr>
            <p:ph idx="2" type="sldImg"/>
          </p:nvPr>
        </p:nvSpPr>
        <p:spPr>
          <a:xfrm>
            <a:off x="1106487" y="812800"/>
            <a:ext cx="5322900" cy="39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5" name="Google Shape;375;p12:notes"/>
          <p:cNvSpPr txBox="1"/>
          <p:nvPr>
            <p:ph idx="1" type="body"/>
          </p:nvPr>
        </p:nvSpPr>
        <p:spPr>
          <a:xfrm>
            <a:off x="755650" y="5078412"/>
            <a:ext cx="6026100" cy="47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p12:notes"/>
          <p:cNvSpPr txBox="1"/>
          <p:nvPr>
            <p:ph idx="12" type="sldNum"/>
          </p:nvPr>
        </p:nvSpPr>
        <p:spPr>
          <a:xfrm>
            <a:off x="4278312" y="10156825"/>
            <a:ext cx="32592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7e26c312c3_0_44:notes"/>
          <p:cNvSpPr/>
          <p:nvPr>
            <p:ph idx="2" type="sldImg"/>
          </p:nvPr>
        </p:nvSpPr>
        <p:spPr>
          <a:xfrm>
            <a:off x="1106487" y="812800"/>
            <a:ext cx="5322900" cy="39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2" name="Google Shape;382;g37e26c312c3_0_44:notes"/>
          <p:cNvSpPr txBox="1"/>
          <p:nvPr>
            <p:ph idx="1" type="body"/>
          </p:nvPr>
        </p:nvSpPr>
        <p:spPr>
          <a:xfrm>
            <a:off x="755650" y="5078412"/>
            <a:ext cx="6026100" cy="47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3" name="Google Shape;383;g37e26c312c3_0_44:notes"/>
          <p:cNvSpPr txBox="1"/>
          <p:nvPr>
            <p:ph idx="12" type="sldNum"/>
          </p:nvPr>
        </p:nvSpPr>
        <p:spPr>
          <a:xfrm>
            <a:off x="4278312" y="10156825"/>
            <a:ext cx="32592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10361612" y="6130925"/>
            <a:ext cx="1123950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589212" y="6135687"/>
            <a:ext cx="75977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531812" y="4529137"/>
            <a:ext cx="7572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type="title"/>
          </p:nvPr>
        </p:nvSpPr>
        <p:spPr>
          <a:xfrm rot="5400000">
            <a:off x="7939882" y="2488406"/>
            <a:ext cx="4503737" cy="2736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>
            <a:lvl1pPr lvl="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62" name="Google Shape;62;p17"/>
          <p:cNvSpPr txBox="1"/>
          <p:nvPr>
            <p:ph idx="1" type="body"/>
          </p:nvPr>
        </p:nvSpPr>
        <p:spPr>
          <a:xfrm rot="5400000">
            <a:off x="2388394" y="-173831"/>
            <a:ext cx="4503737" cy="8061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75">
            <a:noAutofit/>
          </a:bodyPr>
          <a:lstStyle>
            <a:lvl1pPr indent="-228600" lvl="0" marL="45720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algn="l">
              <a:lnSpc>
                <a:spcPct val="98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algn="l">
              <a:lnSpc>
                <a:spcPct val="98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algn="l">
              <a:lnSpc>
                <a:spcPct val="98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algn="l">
              <a:lnSpc>
                <a:spcPct val="98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algn="l">
              <a:lnSpc>
                <a:spcPct val="98000"/>
              </a:lnSpc>
              <a:spcBef>
                <a:spcPts val="288"/>
              </a:spcBef>
              <a:spcAft>
                <a:spcPts val="288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63" name="Google Shape;63;p17"/>
          <p:cNvSpPr txBox="1"/>
          <p:nvPr>
            <p:ph idx="10" type="dt"/>
          </p:nvPr>
        </p:nvSpPr>
        <p:spPr>
          <a:xfrm>
            <a:off x="10361612" y="6130925"/>
            <a:ext cx="1123950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4" name="Google Shape;64;p17"/>
          <p:cNvSpPr txBox="1"/>
          <p:nvPr>
            <p:ph idx="11" type="ftr"/>
          </p:nvPr>
        </p:nvSpPr>
        <p:spPr>
          <a:xfrm>
            <a:off x="2589212" y="6135687"/>
            <a:ext cx="75977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5" name="Google Shape;65;p17"/>
          <p:cNvSpPr txBox="1"/>
          <p:nvPr>
            <p:ph idx="12" type="sldNum"/>
          </p:nvPr>
        </p:nvSpPr>
        <p:spPr>
          <a:xfrm>
            <a:off x="531812" y="4529137"/>
            <a:ext cx="7572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type="title"/>
          </p:nvPr>
        </p:nvSpPr>
        <p:spPr>
          <a:xfrm>
            <a:off x="2589212" y="2514600"/>
            <a:ext cx="8893175" cy="2239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>
            <a:lvl1pPr lvl="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68" name="Google Shape;68;p18"/>
          <p:cNvSpPr txBox="1"/>
          <p:nvPr>
            <p:ph idx="1" type="body"/>
          </p:nvPr>
        </p:nvSpPr>
        <p:spPr>
          <a:xfrm rot="5400000">
            <a:off x="3833019" y="-1618457"/>
            <a:ext cx="4503737" cy="1095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75">
            <a:noAutofit/>
          </a:bodyPr>
          <a:lstStyle>
            <a:lvl1pPr indent="-228600" lvl="0" marL="45720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algn="l">
              <a:lnSpc>
                <a:spcPct val="98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algn="l">
              <a:lnSpc>
                <a:spcPct val="98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algn="l">
              <a:lnSpc>
                <a:spcPct val="98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algn="l">
              <a:lnSpc>
                <a:spcPct val="98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algn="l">
              <a:lnSpc>
                <a:spcPct val="98000"/>
              </a:lnSpc>
              <a:spcBef>
                <a:spcPts val="288"/>
              </a:spcBef>
              <a:spcAft>
                <a:spcPts val="288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69" name="Google Shape;69;p18"/>
          <p:cNvSpPr txBox="1"/>
          <p:nvPr>
            <p:ph idx="10" type="dt"/>
          </p:nvPr>
        </p:nvSpPr>
        <p:spPr>
          <a:xfrm>
            <a:off x="10361612" y="6130925"/>
            <a:ext cx="1123950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0" name="Google Shape;70;p18"/>
          <p:cNvSpPr txBox="1"/>
          <p:nvPr>
            <p:ph idx="11" type="ftr"/>
          </p:nvPr>
        </p:nvSpPr>
        <p:spPr>
          <a:xfrm>
            <a:off x="2589212" y="6135687"/>
            <a:ext cx="75977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531812" y="4529137"/>
            <a:ext cx="7572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2390775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>
            <a:lvl1pPr lvl="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4" name="Google Shape;74;p19"/>
          <p:cNvSpPr/>
          <p:nvPr>
            <p:ph idx="2" type="pic"/>
          </p:nvPr>
        </p:nvSpPr>
        <p:spPr>
          <a:xfrm>
            <a:off x="2390775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2390775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75">
            <a:noAutofit/>
          </a:bodyPr>
          <a:lstStyle>
            <a:lvl1pPr indent="-228600" lvl="0" marL="45720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algn="l">
              <a:lnSpc>
                <a:spcPct val="98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algn="l">
              <a:lnSpc>
                <a:spcPct val="98000"/>
              </a:lnSpc>
              <a:spcBef>
                <a:spcPts val="1138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algn="l">
              <a:lnSpc>
                <a:spcPct val="98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algn="l">
              <a:lnSpc>
                <a:spcPct val="98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algn="l">
              <a:lnSpc>
                <a:spcPct val="98000"/>
              </a:lnSpc>
              <a:spcBef>
                <a:spcPts val="288"/>
              </a:spcBef>
              <a:spcAft>
                <a:spcPts val="288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6" name="Google Shape;76;p19"/>
          <p:cNvSpPr txBox="1"/>
          <p:nvPr>
            <p:ph idx="10" type="dt"/>
          </p:nvPr>
        </p:nvSpPr>
        <p:spPr>
          <a:xfrm>
            <a:off x="10361612" y="6130925"/>
            <a:ext cx="1123950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7" name="Google Shape;77;p19"/>
          <p:cNvSpPr txBox="1"/>
          <p:nvPr>
            <p:ph idx="11" type="ftr"/>
          </p:nvPr>
        </p:nvSpPr>
        <p:spPr>
          <a:xfrm>
            <a:off x="2589212" y="6135687"/>
            <a:ext cx="75977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8" name="Google Shape;78;p19"/>
          <p:cNvSpPr txBox="1"/>
          <p:nvPr>
            <p:ph idx="12" type="sldNum"/>
          </p:nvPr>
        </p:nvSpPr>
        <p:spPr>
          <a:xfrm>
            <a:off x="531812" y="4529137"/>
            <a:ext cx="7572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/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>
            <a:lvl1pPr lvl="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1" name="Google Shape;81;p20"/>
          <p:cNvSpPr txBox="1"/>
          <p:nvPr>
            <p:ph idx="1" type="body"/>
          </p:nvPr>
        </p:nvSpPr>
        <p:spPr>
          <a:xfrm>
            <a:off x="4767263" y="273050"/>
            <a:ext cx="6816725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75">
            <a:noAutofit/>
          </a:bodyPr>
          <a:lstStyle>
            <a:lvl1pPr indent="-228600" lvl="0" marL="45720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algn="l">
              <a:lnSpc>
                <a:spcPct val="98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algn="l">
              <a:lnSpc>
                <a:spcPct val="98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algn="l">
              <a:lnSpc>
                <a:spcPct val="98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algn="l">
              <a:lnSpc>
                <a:spcPct val="98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algn="l">
              <a:lnSpc>
                <a:spcPct val="98000"/>
              </a:lnSpc>
              <a:spcBef>
                <a:spcPts val="288"/>
              </a:spcBef>
              <a:spcAft>
                <a:spcPts val="288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2" name="Google Shape;82;p20"/>
          <p:cNvSpPr txBox="1"/>
          <p:nvPr>
            <p:ph idx="2" type="body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75">
            <a:noAutofit/>
          </a:bodyPr>
          <a:lstStyle>
            <a:lvl1pPr indent="-228600" lvl="0" marL="45720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algn="l">
              <a:lnSpc>
                <a:spcPct val="98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algn="l">
              <a:lnSpc>
                <a:spcPct val="98000"/>
              </a:lnSpc>
              <a:spcBef>
                <a:spcPts val="1138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algn="l">
              <a:lnSpc>
                <a:spcPct val="98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algn="l">
              <a:lnSpc>
                <a:spcPct val="98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algn="l">
              <a:lnSpc>
                <a:spcPct val="98000"/>
              </a:lnSpc>
              <a:spcBef>
                <a:spcPts val="288"/>
              </a:spcBef>
              <a:spcAft>
                <a:spcPts val="288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3" name="Google Shape;83;p20"/>
          <p:cNvSpPr txBox="1"/>
          <p:nvPr>
            <p:ph idx="10" type="dt"/>
          </p:nvPr>
        </p:nvSpPr>
        <p:spPr>
          <a:xfrm>
            <a:off x="10361612" y="6130925"/>
            <a:ext cx="1123950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4" name="Google Shape;84;p20"/>
          <p:cNvSpPr txBox="1"/>
          <p:nvPr>
            <p:ph idx="11" type="ftr"/>
          </p:nvPr>
        </p:nvSpPr>
        <p:spPr>
          <a:xfrm>
            <a:off x="2589212" y="6135687"/>
            <a:ext cx="75977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531812" y="4529137"/>
            <a:ext cx="7572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 txBox="1"/>
          <p:nvPr>
            <p:ph type="title"/>
          </p:nvPr>
        </p:nvSpPr>
        <p:spPr>
          <a:xfrm>
            <a:off x="2589212" y="2514600"/>
            <a:ext cx="8893175" cy="2239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>
            <a:lvl1pPr lvl="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8" name="Google Shape;88;p21"/>
          <p:cNvSpPr txBox="1"/>
          <p:nvPr>
            <p:ph idx="10" type="dt"/>
          </p:nvPr>
        </p:nvSpPr>
        <p:spPr>
          <a:xfrm>
            <a:off x="10361612" y="6130925"/>
            <a:ext cx="1123950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9" name="Google Shape;89;p21"/>
          <p:cNvSpPr txBox="1"/>
          <p:nvPr>
            <p:ph idx="11" type="ftr"/>
          </p:nvPr>
        </p:nvSpPr>
        <p:spPr>
          <a:xfrm>
            <a:off x="2589212" y="6135687"/>
            <a:ext cx="75977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2" type="sldNum"/>
          </p:nvPr>
        </p:nvSpPr>
        <p:spPr>
          <a:xfrm>
            <a:off x="531812" y="4529137"/>
            <a:ext cx="7572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/>
          <p:nvPr>
            <p:ph type="title"/>
          </p:nvPr>
        </p:nvSpPr>
        <p:spPr>
          <a:xfrm>
            <a:off x="609600" y="274638"/>
            <a:ext cx="1097438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>
            <a:lvl1pPr lvl="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3" name="Google Shape;93;p22"/>
          <p:cNvSpPr txBox="1"/>
          <p:nvPr>
            <p:ph idx="1" type="body"/>
          </p:nvPr>
        </p:nvSpPr>
        <p:spPr>
          <a:xfrm>
            <a:off x="609600" y="1535113"/>
            <a:ext cx="53879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675">
            <a:noAutofit/>
          </a:bodyPr>
          <a:lstStyle>
            <a:lvl1pPr indent="-228600" lvl="0" marL="45720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1" i="0" sz="2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algn="l">
              <a:lnSpc>
                <a:spcPct val="98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  <a:defRPr b="1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algn="l">
              <a:lnSpc>
                <a:spcPct val="98000"/>
              </a:lnSpc>
              <a:spcBef>
                <a:spcPts val="1138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1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algn="l">
              <a:lnSpc>
                <a:spcPct val="98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algn="l">
              <a:lnSpc>
                <a:spcPct val="98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algn="l">
              <a:lnSpc>
                <a:spcPct val="98000"/>
              </a:lnSpc>
              <a:spcBef>
                <a:spcPts val="288"/>
              </a:spcBef>
              <a:spcAft>
                <a:spcPts val="288"/>
              </a:spcAft>
              <a:buClr>
                <a:srgbClr val="000000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4" name="Google Shape;94;p22"/>
          <p:cNvSpPr txBox="1"/>
          <p:nvPr>
            <p:ph idx="2" type="body"/>
          </p:nvPr>
        </p:nvSpPr>
        <p:spPr>
          <a:xfrm>
            <a:off x="609600" y="2174875"/>
            <a:ext cx="53879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75">
            <a:noAutofit/>
          </a:bodyPr>
          <a:lstStyle>
            <a:lvl1pPr indent="-228600" lvl="0" marL="45720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algn="l">
              <a:lnSpc>
                <a:spcPct val="98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algn="l">
              <a:lnSpc>
                <a:spcPct val="98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algn="l">
              <a:lnSpc>
                <a:spcPct val="98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algn="l">
              <a:lnSpc>
                <a:spcPct val="98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algn="l">
              <a:lnSpc>
                <a:spcPct val="98000"/>
              </a:lnSpc>
              <a:spcBef>
                <a:spcPts val="288"/>
              </a:spcBef>
              <a:spcAft>
                <a:spcPts val="288"/>
              </a:spcAft>
              <a:buSzPts val="1400"/>
              <a:buNone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5" name="Google Shape;95;p22"/>
          <p:cNvSpPr txBox="1"/>
          <p:nvPr>
            <p:ph idx="3" type="body"/>
          </p:nvPr>
        </p:nvSpPr>
        <p:spPr>
          <a:xfrm>
            <a:off x="6194425" y="1535113"/>
            <a:ext cx="538956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675">
            <a:noAutofit/>
          </a:bodyPr>
          <a:lstStyle>
            <a:lvl1pPr indent="-228600" lvl="0" marL="45720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1" i="0" sz="2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algn="l">
              <a:lnSpc>
                <a:spcPct val="98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  <a:defRPr b="1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algn="l">
              <a:lnSpc>
                <a:spcPct val="98000"/>
              </a:lnSpc>
              <a:spcBef>
                <a:spcPts val="1138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1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algn="l">
              <a:lnSpc>
                <a:spcPct val="98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algn="l">
              <a:lnSpc>
                <a:spcPct val="98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algn="l">
              <a:lnSpc>
                <a:spcPct val="98000"/>
              </a:lnSpc>
              <a:spcBef>
                <a:spcPts val="288"/>
              </a:spcBef>
              <a:spcAft>
                <a:spcPts val="288"/>
              </a:spcAft>
              <a:buClr>
                <a:srgbClr val="000000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6" name="Google Shape;96;p22"/>
          <p:cNvSpPr txBox="1"/>
          <p:nvPr>
            <p:ph idx="4" type="body"/>
          </p:nvPr>
        </p:nvSpPr>
        <p:spPr>
          <a:xfrm>
            <a:off x="6194425" y="2174875"/>
            <a:ext cx="538956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75">
            <a:noAutofit/>
          </a:bodyPr>
          <a:lstStyle>
            <a:lvl1pPr indent="-228600" lvl="0" marL="45720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algn="l">
              <a:lnSpc>
                <a:spcPct val="98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algn="l">
              <a:lnSpc>
                <a:spcPct val="98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algn="l">
              <a:lnSpc>
                <a:spcPct val="98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algn="l">
              <a:lnSpc>
                <a:spcPct val="98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algn="l">
              <a:lnSpc>
                <a:spcPct val="98000"/>
              </a:lnSpc>
              <a:spcBef>
                <a:spcPts val="288"/>
              </a:spcBef>
              <a:spcAft>
                <a:spcPts val="288"/>
              </a:spcAft>
              <a:buSzPts val="1400"/>
              <a:buNone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7" name="Google Shape;97;p22"/>
          <p:cNvSpPr txBox="1"/>
          <p:nvPr>
            <p:ph idx="10" type="dt"/>
          </p:nvPr>
        </p:nvSpPr>
        <p:spPr>
          <a:xfrm>
            <a:off x="10361612" y="6130925"/>
            <a:ext cx="1123950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8" name="Google Shape;98;p22"/>
          <p:cNvSpPr txBox="1"/>
          <p:nvPr>
            <p:ph idx="11" type="ftr"/>
          </p:nvPr>
        </p:nvSpPr>
        <p:spPr>
          <a:xfrm>
            <a:off x="2589212" y="6135687"/>
            <a:ext cx="75977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9" name="Google Shape;99;p22"/>
          <p:cNvSpPr txBox="1"/>
          <p:nvPr>
            <p:ph idx="12" type="sldNum"/>
          </p:nvPr>
        </p:nvSpPr>
        <p:spPr>
          <a:xfrm>
            <a:off x="531812" y="4529137"/>
            <a:ext cx="7572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 txBox="1"/>
          <p:nvPr>
            <p:ph type="title"/>
          </p:nvPr>
        </p:nvSpPr>
        <p:spPr>
          <a:xfrm>
            <a:off x="2589212" y="2514600"/>
            <a:ext cx="8893175" cy="2239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>
            <a:lvl1pPr lvl="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2" name="Google Shape;102;p23"/>
          <p:cNvSpPr txBox="1"/>
          <p:nvPr>
            <p:ph idx="1" type="body"/>
          </p:nvPr>
        </p:nvSpPr>
        <p:spPr>
          <a:xfrm>
            <a:off x="609600" y="1604963"/>
            <a:ext cx="5399088" cy="4503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75">
            <a:noAutofit/>
          </a:bodyPr>
          <a:lstStyle>
            <a:lvl1pPr indent="-228600" lvl="0" marL="45720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algn="l">
              <a:lnSpc>
                <a:spcPct val="98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algn="l">
              <a:lnSpc>
                <a:spcPct val="98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algn="l">
              <a:lnSpc>
                <a:spcPct val="98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algn="l">
              <a:lnSpc>
                <a:spcPct val="98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algn="l">
              <a:lnSpc>
                <a:spcPct val="98000"/>
              </a:lnSpc>
              <a:spcBef>
                <a:spcPts val="288"/>
              </a:spcBef>
              <a:spcAft>
                <a:spcPts val="288"/>
              </a:spcAft>
              <a:buSzPts val="1400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3" name="Google Shape;103;p23"/>
          <p:cNvSpPr txBox="1"/>
          <p:nvPr>
            <p:ph idx="2" type="body"/>
          </p:nvPr>
        </p:nvSpPr>
        <p:spPr>
          <a:xfrm>
            <a:off x="6161088" y="1604963"/>
            <a:ext cx="5399087" cy="4503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75">
            <a:noAutofit/>
          </a:bodyPr>
          <a:lstStyle>
            <a:lvl1pPr indent="-228600" lvl="0" marL="45720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algn="l">
              <a:lnSpc>
                <a:spcPct val="98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algn="l">
              <a:lnSpc>
                <a:spcPct val="98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algn="l">
              <a:lnSpc>
                <a:spcPct val="98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algn="l">
              <a:lnSpc>
                <a:spcPct val="98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algn="l">
              <a:lnSpc>
                <a:spcPct val="98000"/>
              </a:lnSpc>
              <a:spcBef>
                <a:spcPts val="288"/>
              </a:spcBef>
              <a:spcAft>
                <a:spcPts val="288"/>
              </a:spcAft>
              <a:buSzPts val="1400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4" name="Google Shape;104;p23"/>
          <p:cNvSpPr txBox="1"/>
          <p:nvPr>
            <p:ph idx="10" type="dt"/>
          </p:nvPr>
        </p:nvSpPr>
        <p:spPr>
          <a:xfrm>
            <a:off x="10361612" y="6130925"/>
            <a:ext cx="1123950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05" name="Google Shape;105;p23"/>
          <p:cNvSpPr txBox="1"/>
          <p:nvPr>
            <p:ph idx="11" type="ftr"/>
          </p:nvPr>
        </p:nvSpPr>
        <p:spPr>
          <a:xfrm>
            <a:off x="2589212" y="6135687"/>
            <a:ext cx="75977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06" name="Google Shape;106;p23"/>
          <p:cNvSpPr txBox="1"/>
          <p:nvPr>
            <p:ph idx="12" type="sldNum"/>
          </p:nvPr>
        </p:nvSpPr>
        <p:spPr>
          <a:xfrm>
            <a:off x="531812" y="4529137"/>
            <a:ext cx="7572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/>
          <p:nvPr>
            <p:ph type="title"/>
          </p:nvPr>
        </p:nvSpPr>
        <p:spPr>
          <a:xfrm>
            <a:off x="963613" y="4406900"/>
            <a:ext cx="10364787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9" name="Google Shape;109;p24"/>
          <p:cNvSpPr txBox="1"/>
          <p:nvPr>
            <p:ph idx="1" type="body"/>
          </p:nvPr>
        </p:nvSpPr>
        <p:spPr>
          <a:xfrm>
            <a:off x="963613" y="2906713"/>
            <a:ext cx="10364787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675">
            <a:noAutofit/>
          </a:bodyPr>
          <a:lstStyle>
            <a:lvl1pPr indent="-228600" lvl="0" marL="45720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algn="l">
              <a:lnSpc>
                <a:spcPct val="98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algn="l">
              <a:lnSpc>
                <a:spcPct val="98000"/>
              </a:lnSpc>
              <a:spcBef>
                <a:spcPts val="1138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algn="l">
              <a:lnSpc>
                <a:spcPct val="98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algn="l">
              <a:lnSpc>
                <a:spcPct val="98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algn="l">
              <a:lnSpc>
                <a:spcPct val="98000"/>
              </a:lnSpc>
              <a:spcBef>
                <a:spcPts val="288"/>
              </a:spcBef>
              <a:spcAft>
                <a:spcPts val="288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0" name="Google Shape;110;p24"/>
          <p:cNvSpPr txBox="1"/>
          <p:nvPr>
            <p:ph idx="10" type="dt"/>
          </p:nvPr>
        </p:nvSpPr>
        <p:spPr>
          <a:xfrm>
            <a:off x="10361612" y="6130925"/>
            <a:ext cx="1123950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1" name="Google Shape;111;p24"/>
          <p:cNvSpPr txBox="1"/>
          <p:nvPr>
            <p:ph idx="11" type="ftr"/>
          </p:nvPr>
        </p:nvSpPr>
        <p:spPr>
          <a:xfrm>
            <a:off x="2589212" y="6135687"/>
            <a:ext cx="75977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2" name="Google Shape;112;p24"/>
          <p:cNvSpPr txBox="1"/>
          <p:nvPr>
            <p:ph idx="12" type="sldNum"/>
          </p:nvPr>
        </p:nvSpPr>
        <p:spPr>
          <a:xfrm>
            <a:off x="531812" y="4529137"/>
            <a:ext cx="7572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>
            <p:ph type="title"/>
          </p:nvPr>
        </p:nvSpPr>
        <p:spPr>
          <a:xfrm>
            <a:off x="2589212" y="2514600"/>
            <a:ext cx="8893175" cy="2239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>
            <a:lvl1pPr lvl="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5" name="Google Shape;115;p25"/>
          <p:cNvSpPr txBox="1"/>
          <p:nvPr>
            <p:ph idx="1" type="body"/>
          </p:nvPr>
        </p:nvSpPr>
        <p:spPr>
          <a:xfrm>
            <a:off x="609600" y="1604962"/>
            <a:ext cx="10950575" cy="4503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75">
            <a:noAutofit/>
          </a:bodyPr>
          <a:lstStyle>
            <a:lvl1pPr indent="-228600" lvl="0" marL="45720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algn="l">
              <a:lnSpc>
                <a:spcPct val="98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algn="l">
              <a:lnSpc>
                <a:spcPct val="98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algn="l">
              <a:lnSpc>
                <a:spcPct val="98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algn="l">
              <a:lnSpc>
                <a:spcPct val="98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algn="l">
              <a:lnSpc>
                <a:spcPct val="98000"/>
              </a:lnSpc>
              <a:spcBef>
                <a:spcPts val="288"/>
              </a:spcBef>
              <a:spcAft>
                <a:spcPts val="288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6" name="Google Shape;116;p25"/>
          <p:cNvSpPr txBox="1"/>
          <p:nvPr>
            <p:ph idx="10" type="dt"/>
          </p:nvPr>
        </p:nvSpPr>
        <p:spPr>
          <a:xfrm>
            <a:off x="10361612" y="6130925"/>
            <a:ext cx="1123950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7" name="Google Shape;117;p25"/>
          <p:cNvSpPr txBox="1"/>
          <p:nvPr>
            <p:ph idx="11" type="ftr"/>
          </p:nvPr>
        </p:nvSpPr>
        <p:spPr>
          <a:xfrm>
            <a:off x="2589212" y="6135687"/>
            <a:ext cx="75977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8" name="Google Shape;118;p25"/>
          <p:cNvSpPr txBox="1"/>
          <p:nvPr>
            <p:ph idx="12" type="sldNum"/>
          </p:nvPr>
        </p:nvSpPr>
        <p:spPr>
          <a:xfrm>
            <a:off x="531812" y="4529137"/>
            <a:ext cx="7572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"/>
          <p:cNvSpPr txBox="1"/>
          <p:nvPr>
            <p:ph type="ctrTitle"/>
          </p:nvPr>
        </p:nvSpPr>
        <p:spPr>
          <a:xfrm>
            <a:off x="914400" y="2130425"/>
            <a:ext cx="10364788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>
            <a:lvl1pPr lvl="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1" name="Google Shape;121;p26"/>
          <p:cNvSpPr txBox="1"/>
          <p:nvPr>
            <p:ph idx="1" type="subTitle"/>
          </p:nvPr>
        </p:nvSpPr>
        <p:spPr>
          <a:xfrm>
            <a:off x="1828800" y="3886200"/>
            <a:ext cx="8535988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75">
            <a:noAutofit/>
          </a:bodyPr>
          <a:lstStyle>
            <a:lvl1pPr lvl="0" marR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ctr">
              <a:lnSpc>
                <a:spcPct val="98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ctr">
              <a:lnSpc>
                <a:spcPct val="98000"/>
              </a:lnSpc>
              <a:spcBef>
                <a:spcPts val="1138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ctr">
              <a:lnSpc>
                <a:spcPct val="98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ctr">
              <a:lnSpc>
                <a:spcPct val="98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ctr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ctr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ctr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ctr">
              <a:lnSpc>
                <a:spcPct val="98000"/>
              </a:lnSpc>
              <a:spcBef>
                <a:spcPts val="288"/>
              </a:spcBef>
              <a:spcAft>
                <a:spcPts val="288"/>
              </a:spcAft>
              <a:buClr>
                <a:srgbClr val="000000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2" name="Google Shape;122;p26"/>
          <p:cNvSpPr txBox="1"/>
          <p:nvPr>
            <p:ph idx="10" type="dt"/>
          </p:nvPr>
        </p:nvSpPr>
        <p:spPr>
          <a:xfrm>
            <a:off x="10361612" y="6130925"/>
            <a:ext cx="1123950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3" name="Google Shape;123;p26"/>
          <p:cNvSpPr txBox="1"/>
          <p:nvPr>
            <p:ph idx="11" type="ftr"/>
          </p:nvPr>
        </p:nvSpPr>
        <p:spPr>
          <a:xfrm>
            <a:off x="2589212" y="6135687"/>
            <a:ext cx="75977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4" name="Google Shape;124;p26"/>
          <p:cNvSpPr txBox="1"/>
          <p:nvPr>
            <p:ph idx="12" type="sldNum"/>
          </p:nvPr>
        </p:nvSpPr>
        <p:spPr>
          <a:xfrm>
            <a:off x="531812" y="4529137"/>
            <a:ext cx="7572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"/>
          <p:cNvSpPr txBox="1"/>
          <p:nvPr>
            <p:ph idx="10" type="dt"/>
          </p:nvPr>
        </p:nvSpPr>
        <p:spPr>
          <a:xfrm>
            <a:off x="10361612" y="6130925"/>
            <a:ext cx="1123950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11" type="ftr"/>
          </p:nvPr>
        </p:nvSpPr>
        <p:spPr>
          <a:xfrm>
            <a:off x="2589212" y="6135687"/>
            <a:ext cx="75977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2" name="Google Shape;162;p16"/>
          <p:cNvSpPr txBox="1"/>
          <p:nvPr>
            <p:ph idx="12" type="sldNum"/>
          </p:nvPr>
        </p:nvSpPr>
        <p:spPr>
          <a:xfrm>
            <a:off x="531812" y="787400"/>
            <a:ext cx="7572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 rot="5400000">
            <a:off x="7739063" y="2144713"/>
            <a:ext cx="5264150" cy="22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 rot="5400000">
            <a:off x="3216276" y="-3175"/>
            <a:ext cx="5264150" cy="651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228600" lvl="0" marL="45720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algn="l">
              <a:lnSpc>
                <a:spcPct val="98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algn="l">
              <a:lnSpc>
                <a:spcPct val="98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algn="l">
              <a:lnSpc>
                <a:spcPct val="98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algn="l">
              <a:lnSpc>
                <a:spcPct val="98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algn="l">
              <a:lnSpc>
                <a:spcPct val="98000"/>
              </a:lnSpc>
              <a:spcBef>
                <a:spcPts val="288"/>
              </a:spcBef>
              <a:spcAft>
                <a:spcPts val="288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6" name="Google Shape;166;p27"/>
          <p:cNvSpPr txBox="1"/>
          <p:nvPr>
            <p:ph idx="10" type="dt"/>
          </p:nvPr>
        </p:nvSpPr>
        <p:spPr>
          <a:xfrm>
            <a:off x="10361612" y="6130925"/>
            <a:ext cx="1123950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7" name="Google Shape;167;p27"/>
          <p:cNvSpPr txBox="1"/>
          <p:nvPr>
            <p:ph idx="11" type="ftr"/>
          </p:nvPr>
        </p:nvSpPr>
        <p:spPr>
          <a:xfrm>
            <a:off x="2589212" y="6135687"/>
            <a:ext cx="75977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8" name="Google Shape;168;p27"/>
          <p:cNvSpPr txBox="1"/>
          <p:nvPr>
            <p:ph idx="12" type="sldNum"/>
          </p:nvPr>
        </p:nvSpPr>
        <p:spPr>
          <a:xfrm>
            <a:off x="531812" y="787400"/>
            <a:ext cx="7572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>
            <p:ph type="title"/>
          </p:nvPr>
        </p:nvSpPr>
        <p:spPr>
          <a:xfrm>
            <a:off x="2592387" y="623887"/>
            <a:ext cx="8890000" cy="1258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71" name="Google Shape;171;p28"/>
          <p:cNvSpPr txBox="1"/>
          <p:nvPr>
            <p:ph idx="1" type="body"/>
          </p:nvPr>
        </p:nvSpPr>
        <p:spPr>
          <a:xfrm rot="5400000">
            <a:off x="5158581" y="-435769"/>
            <a:ext cx="3754437" cy="8893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228600" lvl="0" marL="45720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algn="l">
              <a:lnSpc>
                <a:spcPct val="98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algn="l">
              <a:lnSpc>
                <a:spcPct val="98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algn="l">
              <a:lnSpc>
                <a:spcPct val="98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algn="l">
              <a:lnSpc>
                <a:spcPct val="98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algn="l">
              <a:lnSpc>
                <a:spcPct val="98000"/>
              </a:lnSpc>
              <a:spcBef>
                <a:spcPts val="288"/>
              </a:spcBef>
              <a:spcAft>
                <a:spcPts val="288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72" name="Google Shape;172;p28"/>
          <p:cNvSpPr txBox="1"/>
          <p:nvPr>
            <p:ph idx="10" type="dt"/>
          </p:nvPr>
        </p:nvSpPr>
        <p:spPr>
          <a:xfrm>
            <a:off x="10361612" y="6130925"/>
            <a:ext cx="1123950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73" name="Google Shape;173;p28"/>
          <p:cNvSpPr txBox="1"/>
          <p:nvPr>
            <p:ph idx="11" type="ftr"/>
          </p:nvPr>
        </p:nvSpPr>
        <p:spPr>
          <a:xfrm>
            <a:off x="2589212" y="6135687"/>
            <a:ext cx="75977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74" name="Google Shape;174;p28"/>
          <p:cNvSpPr txBox="1"/>
          <p:nvPr>
            <p:ph idx="12" type="sldNum"/>
          </p:nvPr>
        </p:nvSpPr>
        <p:spPr>
          <a:xfrm>
            <a:off x="531812" y="787400"/>
            <a:ext cx="7572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>
            <p:ph type="title"/>
          </p:nvPr>
        </p:nvSpPr>
        <p:spPr>
          <a:xfrm>
            <a:off x="2390775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>
            <a:lvl1pPr lvl="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77" name="Google Shape;177;p29"/>
          <p:cNvSpPr/>
          <p:nvPr>
            <p:ph idx="2" type="pic"/>
          </p:nvPr>
        </p:nvSpPr>
        <p:spPr>
          <a:xfrm>
            <a:off x="2390775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9"/>
          <p:cNvSpPr txBox="1"/>
          <p:nvPr>
            <p:ph idx="1" type="body"/>
          </p:nvPr>
        </p:nvSpPr>
        <p:spPr>
          <a:xfrm>
            <a:off x="2390775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228600" lvl="0" marL="45720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algn="l">
              <a:lnSpc>
                <a:spcPct val="98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algn="l">
              <a:lnSpc>
                <a:spcPct val="98000"/>
              </a:lnSpc>
              <a:spcBef>
                <a:spcPts val="1138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algn="l">
              <a:lnSpc>
                <a:spcPct val="98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algn="l">
              <a:lnSpc>
                <a:spcPct val="98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algn="l">
              <a:lnSpc>
                <a:spcPct val="98000"/>
              </a:lnSpc>
              <a:spcBef>
                <a:spcPts val="288"/>
              </a:spcBef>
              <a:spcAft>
                <a:spcPts val="288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79" name="Google Shape;179;p29"/>
          <p:cNvSpPr txBox="1"/>
          <p:nvPr>
            <p:ph idx="10" type="dt"/>
          </p:nvPr>
        </p:nvSpPr>
        <p:spPr>
          <a:xfrm>
            <a:off x="10361612" y="6130925"/>
            <a:ext cx="1123950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80" name="Google Shape;180;p29"/>
          <p:cNvSpPr txBox="1"/>
          <p:nvPr>
            <p:ph idx="11" type="ftr"/>
          </p:nvPr>
        </p:nvSpPr>
        <p:spPr>
          <a:xfrm>
            <a:off x="2589212" y="6135687"/>
            <a:ext cx="75977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81" name="Google Shape;181;p29"/>
          <p:cNvSpPr txBox="1"/>
          <p:nvPr>
            <p:ph idx="12" type="sldNum"/>
          </p:nvPr>
        </p:nvSpPr>
        <p:spPr>
          <a:xfrm>
            <a:off x="531812" y="787400"/>
            <a:ext cx="7572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/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>
            <a:lvl1pPr lvl="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84" name="Google Shape;184;p30"/>
          <p:cNvSpPr txBox="1"/>
          <p:nvPr>
            <p:ph idx="1" type="body"/>
          </p:nvPr>
        </p:nvSpPr>
        <p:spPr>
          <a:xfrm>
            <a:off x="4767263" y="273050"/>
            <a:ext cx="6816725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228600" lvl="0" marL="45720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algn="l">
              <a:lnSpc>
                <a:spcPct val="98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algn="l">
              <a:lnSpc>
                <a:spcPct val="98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algn="l">
              <a:lnSpc>
                <a:spcPct val="98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algn="l">
              <a:lnSpc>
                <a:spcPct val="98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algn="l">
              <a:lnSpc>
                <a:spcPct val="98000"/>
              </a:lnSpc>
              <a:spcBef>
                <a:spcPts val="288"/>
              </a:spcBef>
              <a:spcAft>
                <a:spcPts val="288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85" name="Google Shape;185;p30"/>
          <p:cNvSpPr txBox="1"/>
          <p:nvPr>
            <p:ph idx="2" type="body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228600" lvl="0" marL="45720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algn="l">
              <a:lnSpc>
                <a:spcPct val="98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algn="l">
              <a:lnSpc>
                <a:spcPct val="98000"/>
              </a:lnSpc>
              <a:spcBef>
                <a:spcPts val="1138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algn="l">
              <a:lnSpc>
                <a:spcPct val="98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algn="l">
              <a:lnSpc>
                <a:spcPct val="98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algn="l">
              <a:lnSpc>
                <a:spcPct val="98000"/>
              </a:lnSpc>
              <a:spcBef>
                <a:spcPts val="288"/>
              </a:spcBef>
              <a:spcAft>
                <a:spcPts val="288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86" name="Google Shape;186;p30"/>
          <p:cNvSpPr txBox="1"/>
          <p:nvPr>
            <p:ph idx="10" type="dt"/>
          </p:nvPr>
        </p:nvSpPr>
        <p:spPr>
          <a:xfrm>
            <a:off x="10361612" y="6130925"/>
            <a:ext cx="1123950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87" name="Google Shape;187;p30"/>
          <p:cNvSpPr txBox="1"/>
          <p:nvPr>
            <p:ph idx="11" type="ftr"/>
          </p:nvPr>
        </p:nvSpPr>
        <p:spPr>
          <a:xfrm>
            <a:off x="2589212" y="6135687"/>
            <a:ext cx="75977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88" name="Google Shape;188;p30"/>
          <p:cNvSpPr txBox="1"/>
          <p:nvPr>
            <p:ph idx="12" type="sldNum"/>
          </p:nvPr>
        </p:nvSpPr>
        <p:spPr>
          <a:xfrm>
            <a:off x="531812" y="787400"/>
            <a:ext cx="7572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 txBox="1"/>
          <p:nvPr>
            <p:ph type="title"/>
          </p:nvPr>
        </p:nvSpPr>
        <p:spPr>
          <a:xfrm>
            <a:off x="2592387" y="623887"/>
            <a:ext cx="8890000" cy="1258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91" name="Google Shape;191;p31"/>
          <p:cNvSpPr txBox="1"/>
          <p:nvPr>
            <p:ph idx="10" type="dt"/>
          </p:nvPr>
        </p:nvSpPr>
        <p:spPr>
          <a:xfrm>
            <a:off x="10361612" y="6130925"/>
            <a:ext cx="1123950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2" name="Google Shape;192;p31"/>
          <p:cNvSpPr txBox="1"/>
          <p:nvPr>
            <p:ph idx="11" type="ftr"/>
          </p:nvPr>
        </p:nvSpPr>
        <p:spPr>
          <a:xfrm>
            <a:off x="2589212" y="6135687"/>
            <a:ext cx="75977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3" name="Google Shape;193;p31"/>
          <p:cNvSpPr txBox="1"/>
          <p:nvPr>
            <p:ph idx="12" type="sldNum"/>
          </p:nvPr>
        </p:nvSpPr>
        <p:spPr>
          <a:xfrm>
            <a:off x="531812" y="787400"/>
            <a:ext cx="7572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 txBox="1"/>
          <p:nvPr>
            <p:ph type="title"/>
          </p:nvPr>
        </p:nvSpPr>
        <p:spPr>
          <a:xfrm>
            <a:off x="609600" y="274638"/>
            <a:ext cx="1097438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96" name="Google Shape;196;p32"/>
          <p:cNvSpPr txBox="1"/>
          <p:nvPr>
            <p:ph idx="1" type="body"/>
          </p:nvPr>
        </p:nvSpPr>
        <p:spPr>
          <a:xfrm>
            <a:off x="609600" y="1535113"/>
            <a:ext cx="53879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>
            <a:lvl1pPr indent="-228600" lvl="0" marL="45720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1" i="0" sz="2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algn="l">
              <a:lnSpc>
                <a:spcPct val="98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  <a:defRPr b="1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algn="l">
              <a:lnSpc>
                <a:spcPct val="98000"/>
              </a:lnSpc>
              <a:spcBef>
                <a:spcPts val="1138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1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algn="l">
              <a:lnSpc>
                <a:spcPct val="98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algn="l">
              <a:lnSpc>
                <a:spcPct val="98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algn="l">
              <a:lnSpc>
                <a:spcPct val="98000"/>
              </a:lnSpc>
              <a:spcBef>
                <a:spcPts val="288"/>
              </a:spcBef>
              <a:spcAft>
                <a:spcPts val="288"/>
              </a:spcAft>
              <a:buClr>
                <a:srgbClr val="000000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97" name="Google Shape;197;p32"/>
          <p:cNvSpPr txBox="1"/>
          <p:nvPr>
            <p:ph idx="2" type="body"/>
          </p:nvPr>
        </p:nvSpPr>
        <p:spPr>
          <a:xfrm>
            <a:off x="609600" y="2174875"/>
            <a:ext cx="53879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228600" lvl="0" marL="45720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algn="l">
              <a:lnSpc>
                <a:spcPct val="98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algn="l">
              <a:lnSpc>
                <a:spcPct val="98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algn="l">
              <a:lnSpc>
                <a:spcPct val="98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algn="l">
              <a:lnSpc>
                <a:spcPct val="98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algn="l">
              <a:lnSpc>
                <a:spcPct val="98000"/>
              </a:lnSpc>
              <a:spcBef>
                <a:spcPts val="288"/>
              </a:spcBef>
              <a:spcAft>
                <a:spcPts val="288"/>
              </a:spcAft>
              <a:buSzPts val="1400"/>
              <a:buNone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98" name="Google Shape;198;p32"/>
          <p:cNvSpPr txBox="1"/>
          <p:nvPr>
            <p:ph idx="3" type="body"/>
          </p:nvPr>
        </p:nvSpPr>
        <p:spPr>
          <a:xfrm>
            <a:off x="6194425" y="1535113"/>
            <a:ext cx="538956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>
            <a:lvl1pPr indent="-228600" lvl="0" marL="45720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1" i="0" sz="2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algn="l">
              <a:lnSpc>
                <a:spcPct val="98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  <a:defRPr b="1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algn="l">
              <a:lnSpc>
                <a:spcPct val="98000"/>
              </a:lnSpc>
              <a:spcBef>
                <a:spcPts val="1138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1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algn="l">
              <a:lnSpc>
                <a:spcPct val="98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algn="l">
              <a:lnSpc>
                <a:spcPct val="98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algn="l">
              <a:lnSpc>
                <a:spcPct val="98000"/>
              </a:lnSpc>
              <a:spcBef>
                <a:spcPts val="288"/>
              </a:spcBef>
              <a:spcAft>
                <a:spcPts val="288"/>
              </a:spcAft>
              <a:buClr>
                <a:srgbClr val="000000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99" name="Google Shape;199;p32"/>
          <p:cNvSpPr txBox="1"/>
          <p:nvPr>
            <p:ph idx="4" type="body"/>
          </p:nvPr>
        </p:nvSpPr>
        <p:spPr>
          <a:xfrm>
            <a:off x="6194425" y="2174875"/>
            <a:ext cx="538956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228600" lvl="0" marL="45720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algn="l">
              <a:lnSpc>
                <a:spcPct val="98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algn="l">
              <a:lnSpc>
                <a:spcPct val="98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algn="l">
              <a:lnSpc>
                <a:spcPct val="98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algn="l">
              <a:lnSpc>
                <a:spcPct val="98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algn="l">
              <a:lnSpc>
                <a:spcPct val="98000"/>
              </a:lnSpc>
              <a:spcBef>
                <a:spcPts val="288"/>
              </a:spcBef>
              <a:spcAft>
                <a:spcPts val="288"/>
              </a:spcAft>
              <a:buSzPts val="1400"/>
              <a:buNone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00" name="Google Shape;200;p32"/>
          <p:cNvSpPr txBox="1"/>
          <p:nvPr>
            <p:ph idx="10" type="dt"/>
          </p:nvPr>
        </p:nvSpPr>
        <p:spPr>
          <a:xfrm>
            <a:off x="10361612" y="6130925"/>
            <a:ext cx="1123950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1" name="Google Shape;201;p32"/>
          <p:cNvSpPr txBox="1"/>
          <p:nvPr>
            <p:ph idx="11" type="ftr"/>
          </p:nvPr>
        </p:nvSpPr>
        <p:spPr>
          <a:xfrm>
            <a:off x="2589212" y="6135687"/>
            <a:ext cx="75977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2" name="Google Shape;202;p32"/>
          <p:cNvSpPr txBox="1"/>
          <p:nvPr>
            <p:ph idx="12" type="sldNum"/>
          </p:nvPr>
        </p:nvSpPr>
        <p:spPr>
          <a:xfrm>
            <a:off x="531812" y="787400"/>
            <a:ext cx="7572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3"/>
          <p:cNvSpPr txBox="1"/>
          <p:nvPr>
            <p:ph type="title"/>
          </p:nvPr>
        </p:nvSpPr>
        <p:spPr>
          <a:xfrm>
            <a:off x="2592387" y="623887"/>
            <a:ext cx="8890000" cy="1258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05" name="Google Shape;205;p33"/>
          <p:cNvSpPr txBox="1"/>
          <p:nvPr>
            <p:ph idx="1" type="body"/>
          </p:nvPr>
        </p:nvSpPr>
        <p:spPr>
          <a:xfrm>
            <a:off x="2589213" y="2133600"/>
            <a:ext cx="4370387" cy="3754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228600" lvl="0" marL="45720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algn="l">
              <a:lnSpc>
                <a:spcPct val="98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algn="l">
              <a:lnSpc>
                <a:spcPct val="98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algn="l">
              <a:lnSpc>
                <a:spcPct val="98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algn="l">
              <a:lnSpc>
                <a:spcPct val="98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algn="l">
              <a:lnSpc>
                <a:spcPct val="98000"/>
              </a:lnSpc>
              <a:spcBef>
                <a:spcPts val="288"/>
              </a:spcBef>
              <a:spcAft>
                <a:spcPts val="288"/>
              </a:spcAft>
              <a:buSzPts val="1400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06" name="Google Shape;206;p33"/>
          <p:cNvSpPr txBox="1"/>
          <p:nvPr>
            <p:ph idx="2" type="body"/>
          </p:nvPr>
        </p:nvSpPr>
        <p:spPr>
          <a:xfrm>
            <a:off x="7112000" y="2133600"/>
            <a:ext cx="4370388" cy="3754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228600" lvl="0" marL="45720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algn="l">
              <a:lnSpc>
                <a:spcPct val="98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algn="l">
              <a:lnSpc>
                <a:spcPct val="98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algn="l">
              <a:lnSpc>
                <a:spcPct val="98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algn="l">
              <a:lnSpc>
                <a:spcPct val="98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algn="l">
              <a:lnSpc>
                <a:spcPct val="98000"/>
              </a:lnSpc>
              <a:spcBef>
                <a:spcPts val="288"/>
              </a:spcBef>
              <a:spcAft>
                <a:spcPts val="288"/>
              </a:spcAft>
              <a:buSzPts val="1400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07" name="Google Shape;207;p33"/>
          <p:cNvSpPr txBox="1"/>
          <p:nvPr>
            <p:ph idx="10" type="dt"/>
          </p:nvPr>
        </p:nvSpPr>
        <p:spPr>
          <a:xfrm>
            <a:off x="10361612" y="6130925"/>
            <a:ext cx="1123950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8" name="Google Shape;208;p33"/>
          <p:cNvSpPr txBox="1"/>
          <p:nvPr>
            <p:ph idx="11" type="ftr"/>
          </p:nvPr>
        </p:nvSpPr>
        <p:spPr>
          <a:xfrm>
            <a:off x="2589212" y="6135687"/>
            <a:ext cx="75977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9" name="Google Shape;209;p33"/>
          <p:cNvSpPr txBox="1"/>
          <p:nvPr>
            <p:ph idx="12" type="sldNum"/>
          </p:nvPr>
        </p:nvSpPr>
        <p:spPr>
          <a:xfrm>
            <a:off x="531812" y="787400"/>
            <a:ext cx="7572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4"/>
          <p:cNvSpPr txBox="1"/>
          <p:nvPr>
            <p:ph type="title"/>
          </p:nvPr>
        </p:nvSpPr>
        <p:spPr>
          <a:xfrm>
            <a:off x="963613" y="4406900"/>
            <a:ext cx="10364787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12" name="Google Shape;212;p34"/>
          <p:cNvSpPr txBox="1"/>
          <p:nvPr>
            <p:ph idx="1" type="body"/>
          </p:nvPr>
        </p:nvSpPr>
        <p:spPr>
          <a:xfrm>
            <a:off x="963613" y="2906713"/>
            <a:ext cx="10364787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>
            <a:lvl1pPr indent="-228600" lvl="0" marL="45720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algn="l">
              <a:lnSpc>
                <a:spcPct val="98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algn="l">
              <a:lnSpc>
                <a:spcPct val="98000"/>
              </a:lnSpc>
              <a:spcBef>
                <a:spcPts val="1138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algn="l">
              <a:lnSpc>
                <a:spcPct val="98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algn="l">
              <a:lnSpc>
                <a:spcPct val="98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algn="l">
              <a:lnSpc>
                <a:spcPct val="98000"/>
              </a:lnSpc>
              <a:spcBef>
                <a:spcPts val="288"/>
              </a:spcBef>
              <a:spcAft>
                <a:spcPts val="288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13" name="Google Shape;213;p34"/>
          <p:cNvSpPr txBox="1"/>
          <p:nvPr>
            <p:ph idx="10" type="dt"/>
          </p:nvPr>
        </p:nvSpPr>
        <p:spPr>
          <a:xfrm>
            <a:off x="10361612" y="6130925"/>
            <a:ext cx="1123950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14" name="Google Shape;214;p34"/>
          <p:cNvSpPr txBox="1"/>
          <p:nvPr>
            <p:ph idx="11" type="ftr"/>
          </p:nvPr>
        </p:nvSpPr>
        <p:spPr>
          <a:xfrm>
            <a:off x="2589212" y="6135687"/>
            <a:ext cx="75977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15" name="Google Shape;215;p34"/>
          <p:cNvSpPr txBox="1"/>
          <p:nvPr>
            <p:ph idx="12" type="sldNum"/>
          </p:nvPr>
        </p:nvSpPr>
        <p:spPr>
          <a:xfrm>
            <a:off x="531812" y="787400"/>
            <a:ext cx="7572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5"/>
          <p:cNvSpPr txBox="1"/>
          <p:nvPr>
            <p:ph type="title"/>
          </p:nvPr>
        </p:nvSpPr>
        <p:spPr>
          <a:xfrm>
            <a:off x="2592387" y="623887"/>
            <a:ext cx="8890000" cy="1258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18" name="Google Shape;218;p35"/>
          <p:cNvSpPr txBox="1"/>
          <p:nvPr>
            <p:ph idx="1" type="body"/>
          </p:nvPr>
        </p:nvSpPr>
        <p:spPr>
          <a:xfrm>
            <a:off x="2589212" y="2133600"/>
            <a:ext cx="8893175" cy="3754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228600" lvl="0" marL="45720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algn="l">
              <a:lnSpc>
                <a:spcPct val="98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algn="l">
              <a:lnSpc>
                <a:spcPct val="98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algn="l">
              <a:lnSpc>
                <a:spcPct val="98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algn="l">
              <a:lnSpc>
                <a:spcPct val="98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algn="l">
              <a:lnSpc>
                <a:spcPct val="98000"/>
              </a:lnSpc>
              <a:spcBef>
                <a:spcPts val="288"/>
              </a:spcBef>
              <a:spcAft>
                <a:spcPts val="288"/>
              </a:spcAft>
              <a:buSzPts val="1400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19" name="Google Shape;219;p35"/>
          <p:cNvSpPr txBox="1"/>
          <p:nvPr>
            <p:ph idx="10" type="dt"/>
          </p:nvPr>
        </p:nvSpPr>
        <p:spPr>
          <a:xfrm>
            <a:off x="10361612" y="6130925"/>
            <a:ext cx="1123950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0" name="Google Shape;220;p35"/>
          <p:cNvSpPr txBox="1"/>
          <p:nvPr>
            <p:ph idx="11" type="ftr"/>
          </p:nvPr>
        </p:nvSpPr>
        <p:spPr>
          <a:xfrm>
            <a:off x="2589212" y="6135687"/>
            <a:ext cx="75977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1" name="Google Shape;221;p35"/>
          <p:cNvSpPr txBox="1"/>
          <p:nvPr>
            <p:ph idx="12" type="sldNum"/>
          </p:nvPr>
        </p:nvSpPr>
        <p:spPr>
          <a:xfrm>
            <a:off x="531812" y="787400"/>
            <a:ext cx="7572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6"/>
          <p:cNvSpPr txBox="1"/>
          <p:nvPr>
            <p:ph type="ctrTitle"/>
          </p:nvPr>
        </p:nvSpPr>
        <p:spPr>
          <a:xfrm>
            <a:off x="914400" y="2130425"/>
            <a:ext cx="10364788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24" name="Google Shape;224;p36"/>
          <p:cNvSpPr txBox="1"/>
          <p:nvPr>
            <p:ph idx="1" type="subTitle"/>
          </p:nvPr>
        </p:nvSpPr>
        <p:spPr>
          <a:xfrm>
            <a:off x="1828800" y="3886200"/>
            <a:ext cx="8535988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ctr">
              <a:lnSpc>
                <a:spcPct val="98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ctr">
              <a:lnSpc>
                <a:spcPct val="98000"/>
              </a:lnSpc>
              <a:spcBef>
                <a:spcPts val="1138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ctr">
              <a:lnSpc>
                <a:spcPct val="98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ctr">
              <a:lnSpc>
                <a:spcPct val="98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ctr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ctr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ctr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ctr">
              <a:lnSpc>
                <a:spcPct val="98000"/>
              </a:lnSpc>
              <a:spcBef>
                <a:spcPts val="288"/>
              </a:spcBef>
              <a:spcAft>
                <a:spcPts val="288"/>
              </a:spcAft>
              <a:buClr>
                <a:srgbClr val="000000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25" name="Google Shape;225;p36"/>
          <p:cNvSpPr txBox="1"/>
          <p:nvPr>
            <p:ph idx="10" type="dt"/>
          </p:nvPr>
        </p:nvSpPr>
        <p:spPr>
          <a:xfrm>
            <a:off x="10361612" y="6130925"/>
            <a:ext cx="1123950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6" name="Google Shape;226;p36"/>
          <p:cNvSpPr txBox="1"/>
          <p:nvPr>
            <p:ph idx="11" type="ftr"/>
          </p:nvPr>
        </p:nvSpPr>
        <p:spPr>
          <a:xfrm>
            <a:off x="2589212" y="6135687"/>
            <a:ext cx="75977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7" name="Google Shape;227;p36"/>
          <p:cNvSpPr txBox="1"/>
          <p:nvPr>
            <p:ph idx="12" type="sldNum"/>
          </p:nvPr>
        </p:nvSpPr>
        <p:spPr>
          <a:xfrm>
            <a:off x="531812" y="787400"/>
            <a:ext cx="7572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CEE9F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13"/>
          <p:cNvGrpSpPr/>
          <p:nvPr/>
        </p:nvGrpSpPr>
        <p:grpSpPr>
          <a:xfrm>
            <a:off x="0" y="228600"/>
            <a:ext cx="2828925" cy="6616700"/>
            <a:chOff x="0" y="228600"/>
            <a:chExt cx="2828925" cy="6616700"/>
          </a:xfrm>
        </p:grpSpPr>
        <p:sp>
          <p:nvSpPr>
            <p:cNvPr id="24" name="Google Shape;24;p13"/>
            <p:cNvSpPr/>
            <p:nvPr/>
          </p:nvSpPr>
          <p:spPr>
            <a:xfrm>
              <a:off x="0" y="2574925"/>
              <a:ext cx="77787" cy="603250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rgbClr val="17406D">
                <a:alpha val="1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" name="Google Shape;25;p13"/>
            <p:cNvSpPr/>
            <p:nvPr/>
          </p:nvSpPr>
          <p:spPr>
            <a:xfrm>
              <a:off x="128587" y="3155950"/>
              <a:ext cx="623887" cy="2300287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rgbClr val="17406D">
                <a:alpha val="1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" name="Google Shape;26;p13"/>
            <p:cNvSpPr/>
            <p:nvPr/>
          </p:nvSpPr>
          <p:spPr>
            <a:xfrm>
              <a:off x="806450" y="5446712"/>
              <a:ext cx="587375" cy="1397000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rgbClr val="17406D">
                <a:alpha val="1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" name="Google Shape;27;p13"/>
            <p:cNvSpPr/>
            <p:nvPr/>
          </p:nvSpPr>
          <p:spPr>
            <a:xfrm>
              <a:off x="960437" y="6503987"/>
              <a:ext cx="149225" cy="341312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rgbClr val="17406D">
                <a:alpha val="1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" name="Google Shape;28;p13"/>
            <p:cNvSpPr/>
            <p:nvPr/>
          </p:nvSpPr>
          <p:spPr>
            <a:xfrm>
              <a:off x="100012" y="3200400"/>
              <a:ext cx="798512" cy="3306762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rgbClr val="17406D">
                <a:alpha val="1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" name="Google Shape;29;p13"/>
            <p:cNvSpPr/>
            <p:nvPr/>
          </p:nvSpPr>
          <p:spPr>
            <a:xfrm>
              <a:off x="22225" y="228600"/>
              <a:ext cx="84137" cy="2905125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rgbClr val="17406D">
                <a:alpha val="1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" name="Google Shape;30;p13"/>
            <p:cNvSpPr/>
            <p:nvPr/>
          </p:nvSpPr>
          <p:spPr>
            <a:xfrm>
              <a:off x="77787" y="2944812"/>
              <a:ext cx="55562" cy="471487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rgbClr val="17406D">
                <a:alpha val="1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" name="Google Shape;31;p13"/>
            <p:cNvSpPr/>
            <p:nvPr/>
          </p:nvSpPr>
          <p:spPr>
            <a:xfrm>
              <a:off x="769937" y="5478462"/>
              <a:ext cx="168275" cy="1001712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rgbClr val="17406D">
                <a:alpha val="1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" name="Google Shape;32;p13"/>
            <p:cNvSpPr/>
            <p:nvPr/>
          </p:nvSpPr>
          <p:spPr>
            <a:xfrm>
              <a:off x="774700" y="1398587"/>
              <a:ext cx="2054225" cy="4025900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rgbClr val="17406D">
                <a:alpha val="1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" name="Google Shape;33;p13"/>
            <p:cNvSpPr/>
            <p:nvPr/>
          </p:nvSpPr>
          <p:spPr>
            <a:xfrm>
              <a:off x="922337" y="6529387"/>
              <a:ext cx="139700" cy="314325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rgbClr val="17406D">
                <a:alpha val="1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" name="Google Shape;34;p13"/>
            <p:cNvSpPr/>
            <p:nvPr/>
          </p:nvSpPr>
          <p:spPr>
            <a:xfrm>
              <a:off x="769937" y="5359400"/>
              <a:ext cx="14287" cy="198437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rgbClr val="17406D">
                <a:alpha val="1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" name="Google Shape;35;p13"/>
            <p:cNvSpPr/>
            <p:nvPr/>
          </p:nvSpPr>
          <p:spPr>
            <a:xfrm>
              <a:off x="849312" y="6245225"/>
              <a:ext cx="215900" cy="600075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rgbClr val="17406D">
                <a:alpha val="1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6" name="Google Shape;36;p13"/>
          <p:cNvGrpSpPr/>
          <p:nvPr/>
        </p:nvGrpSpPr>
        <p:grpSpPr>
          <a:xfrm>
            <a:off x="26987" y="0"/>
            <a:ext cx="2333625" cy="6831012"/>
            <a:chOff x="26987" y="0"/>
            <a:chExt cx="2333625" cy="6831012"/>
          </a:xfrm>
        </p:grpSpPr>
        <p:sp>
          <p:nvSpPr>
            <p:cNvPr id="37" name="Google Shape;37;p13"/>
            <p:cNvSpPr/>
            <p:nvPr/>
          </p:nvSpPr>
          <p:spPr>
            <a:xfrm>
              <a:off x="26987" y="0"/>
              <a:ext cx="471487" cy="4378325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rgbClr val="1740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" name="Google Shape;38;p13"/>
            <p:cNvSpPr/>
            <p:nvPr/>
          </p:nvSpPr>
          <p:spPr>
            <a:xfrm>
              <a:off x="550862" y="4316412"/>
              <a:ext cx="400050" cy="1558925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rgbClr val="1740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" name="Google Shape;39;p13"/>
            <p:cNvSpPr/>
            <p:nvPr/>
          </p:nvSpPr>
          <p:spPr>
            <a:xfrm>
              <a:off x="1006475" y="5862637"/>
              <a:ext cx="407987" cy="968375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rgbClr val="1740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" name="Google Shape;40;p13"/>
            <p:cNvSpPr/>
            <p:nvPr/>
          </p:nvSpPr>
          <p:spPr>
            <a:xfrm>
              <a:off x="522287" y="4364037"/>
              <a:ext cx="528637" cy="2212975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rgbClr val="1740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" name="Google Shape;41;p13"/>
            <p:cNvSpPr/>
            <p:nvPr/>
          </p:nvSpPr>
          <p:spPr>
            <a:xfrm>
              <a:off x="468312" y="1289050"/>
              <a:ext cx="152400" cy="3005137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rgbClr val="1740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" name="Google Shape;42;p13"/>
            <p:cNvSpPr/>
            <p:nvPr/>
          </p:nvSpPr>
          <p:spPr>
            <a:xfrm>
              <a:off x="1111250" y="6570662"/>
              <a:ext cx="111125" cy="258762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rgbClr val="1740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" name="Google Shape;43;p13"/>
            <p:cNvSpPr/>
            <p:nvPr/>
          </p:nvSpPr>
          <p:spPr>
            <a:xfrm>
              <a:off x="503237" y="4106862"/>
              <a:ext cx="60325" cy="488950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rgbClr val="1740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" name="Google Shape;44;p13"/>
            <p:cNvSpPr/>
            <p:nvPr/>
          </p:nvSpPr>
          <p:spPr>
            <a:xfrm>
              <a:off x="973137" y="3146425"/>
              <a:ext cx="1387475" cy="2693987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rgbClr val="1740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" name="Google Shape;45;p13"/>
            <p:cNvSpPr/>
            <p:nvPr/>
          </p:nvSpPr>
          <p:spPr>
            <a:xfrm>
              <a:off x="1073150" y="6600825"/>
              <a:ext cx="98425" cy="230187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rgbClr val="1740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" name="Google Shape;46;p13"/>
            <p:cNvSpPr/>
            <p:nvPr/>
          </p:nvSpPr>
          <p:spPr>
            <a:xfrm>
              <a:off x="973137" y="5897562"/>
              <a:ext cx="115887" cy="652462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rgbClr val="1740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" name="Google Shape;47;p13"/>
            <p:cNvSpPr/>
            <p:nvPr/>
          </p:nvSpPr>
          <p:spPr>
            <a:xfrm>
              <a:off x="973137" y="5772150"/>
              <a:ext cx="15875" cy="204787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rgbClr val="1740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" name="Google Shape;48;p13"/>
            <p:cNvSpPr/>
            <p:nvPr/>
          </p:nvSpPr>
          <p:spPr>
            <a:xfrm>
              <a:off x="1006475" y="6323012"/>
              <a:ext cx="187325" cy="508000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rgbClr val="1740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9" name="Google Shape;49;p13"/>
          <p:cNvSpPr txBox="1"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" name="Google Shape;50;p13"/>
          <p:cNvSpPr txBox="1"/>
          <p:nvPr>
            <p:ph type="title"/>
          </p:nvPr>
        </p:nvSpPr>
        <p:spPr>
          <a:xfrm>
            <a:off x="2589212" y="2514600"/>
            <a:ext cx="8893175" cy="2239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>
            <a:lvl1pPr lv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10361612" y="6130925"/>
            <a:ext cx="1123950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2589212" y="6135687"/>
            <a:ext cx="75977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3" name="Google Shape;53;p13"/>
          <p:cNvSpPr/>
          <p:nvPr/>
        </p:nvSpPr>
        <p:spPr>
          <a:xfrm>
            <a:off x="0" y="4324350"/>
            <a:ext cx="1744662" cy="777875"/>
          </a:xfrm>
          <a:custGeom>
            <a:rect b="b" l="l" r="r" t="t"/>
            <a:pathLst>
              <a:path extrusionOk="0" h="166" w="372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rgbClr val="0F6F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531812" y="4529137"/>
            <a:ext cx="7572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609600" y="1604962"/>
            <a:ext cx="10950575" cy="4503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75">
            <a:noAutofit/>
          </a:bodyPr>
          <a:lstStyle>
            <a:lvl1pPr indent="-228600" lvl="0" marL="45720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8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lnSpc>
                <a:spcPct val="98000"/>
              </a:lnSpc>
              <a:spcBef>
                <a:spcPts val="11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lnSpc>
                <a:spcPct val="98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lnSpc>
                <a:spcPct val="98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lnSpc>
                <a:spcPct val="98000"/>
              </a:lnSpc>
              <a:spcBef>
                <a:spcPts val="288"/>
              </a:spcBef>
              <a:spcAft>
                <a:spcPts val="288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CEE9F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15"/>
          <p:cNvGrpSpPr/>
          <p:nvPr/>
        </p:nvGrpSpPr>
        <p:grpSpPr>
          <a:xfrm>
            <a:off x="0" y="228600"/>
            <a:ext cx="2828925" cy="6616700"/>
            <a:chOff x="0" y="228600"/>
            <a:chExt cx="2828925" cy="6616700"/>
          </a:xfrm>
        </p:grpSpPr>
        <p:sp>
          <p:nvSpPr>
            <p:cNvPr id="127" name="Google Shape;127;p15"/>
            <p:cNvSpPr/>
            <p:nvPr/>
          </p:nvSpPr>
          <p:spPr>
            <a:xfrm>
              <a:off x="0" y="2574925"/>
              <a:ext cx="77787" cy="603250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rgbClr val="17406D">
                <a:alpha val="1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128587" y="3155950"/>
              <a:ext cx="623887" cy="2300287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rgbClr val="17406D">
                <a:alpha val="1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806450" y="5446712"/>
              <a:ext cx="587375" cy="1397000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rgbClr val="17406D">
                <a:alpha val="1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960437" y="6503987"/>
              <a:ext cx="149225" cy="341312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rgbClr val="17406D">
                <a:alpha val="1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" name="Google Shape;131;p15"/>
            <p:cNvSpPr/>
            <p:nvPr/>
          </p:nvSpPr>
          <p:spPr>
            <a:xfrm>
              <a:off x="100012" y="3200400"/>
              <a:ext cx="798512" cy="3306762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rgbClr val="17406D">
                <a:alpha val="1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22225" y="228600"/>
              <a:ext cx="84137" cy="2905125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rgbClr val="17406D">
                <a:alpha val="1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77787" y="2944812"/>
              <a:ext cx="55562" cy="471487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rgbClr val="17406D">
                <a:alpha val="1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769937" y="5478462"/>
              <a:ext cx="168275" cy="1001712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rgbClr val="17406D">
                <a:alpha val="1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774700" y="1398587"/>
              <a:ext cx="2054225" cy="4025900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rgbClr val="17406D">
                <a:alpha val="1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" name="Google Shape;136;p15"/>
            <p:cNvSpPr/>
            <p:nvPr/>
          </p:nvSpPr>
          <p:spPr>
            <a:xfrm>
              <a:off x="922337" y="6529387"/>
              <a:ext cx="139700" cy="314325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rgbClr val="17406D">
                <a:alpha val="1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7" name="Google Shape;137;p15"/>
            <p:cNvSpPr/>
            <p:nvPr/>
          </p:nvSpPr>
          <p:spPr>
            <a:xfrm>
              <a:off x="769937" y="5359400"/>
              <a:ext cx="14287" cy="198437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rgbClr val="17406D">
                <a:alpha val="1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8" name="Google Shape;138;p15"/>
            <p:cNvSpPr/>
            <p:nvPr/>
          </p:nvSpPr>
          <p:spPr>
            <a:xfrm>
              <a:off x="849312" y="6245225"/>
              <a:ext cx="215900" cy="600075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rgbClr val="17406D">
                <a:alpha val="1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39" name="Google Shape;139;p15"/>
          <p:cNvGrpSpPr/>
          <p:nvPr/>
        </p:nvGrpSpPr>
        <p:grpSpPr>
          <a:xfrm>
            <a:off x="26987" y="0"/>
            <a:ext cx="2333625" cy="6831012"/>
            <a:chOff x="26987" y="0"/>
            <a:chExt cx="2333625" cy="6831012"/>
          </a:xfrm>
        </p:grpSpPr>
        <p:sp>
          <p:nvSpPr>
            <p:cNvPr id="140" name="Google Shape;140;p15"/>
            <p:cNvSpPr/>
            <p:nvPr/>
          </p:nvSpPr>
          <p:spPr>
            <a:xfrm>
              <a:off x="26987" y="0"/>
              <a:ext cx="471487" cy="4378325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rgbClr val="1740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" name="Google Shape;141;p15"/>
            <p:cNvSpPr/>
            <p:nvPr/>
          </p:nvSpPr>
          <p:spPr>
            <a:xfrm>
              <a:off x="550862" y="4316412"/>
              <a:ext cx="400050" cy="1558925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rgbClr val="1740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" name="Google Shape;142;p15"/>
            <p:cNvSpPr/>
            <p:nvPr/>
          </p:nvSpPr>
          <p:spPr>
            <a:xfrm>
              <a:off x="1006475" y="5862637"/>
              <a:ext cx="407987" cy="968375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rgbClr val="1740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" name="Google Shape;143;p15"/>
            <p:cNvSpPr/>
            <p:nvPr/>
          </p:nvSpPr>
          <p:spPr>
            <a:xfrm>
              <a:off x="522287" y="4364037"/>
              <a:ext cx="528637" cy="2212975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rgbClr val="1740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" name="Google Shape;144;p15"/>
            <p:cNvSpPr/>
            <p:nvPr/>
          </p:nvSpPr>
          <p:spPr>
            <a:xfrm>
              <a:off x="468312" y="1289050"/>
              <a:ext cx="152400" cy="3005137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rgbClr val="1740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" name="Google Shape;145;p15"/>
            <p:cNvSpPr/>
            <p:nvPr/>
          </p:nvSpPr>
          <p:spPr>
            <a:xfrm>
              <a:off x="1111250" y="6570662"/>
              <a:ext cx="111125" cy="258762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rgbClr val="1740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6" name="Google Shape;146;p15"/>
            <p:cNvSpPr/>
            <p:nvPr/>
          </p:nvSpPr>
          <p:spPr>
            <a:xfrm>
              <a:off x="503237" y="4106862"/>
              <a:ext cx="60325" cy="488950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rgbClr val="1740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" name="Google Shape;147;p15"/>
            <p:cNvSpPr/>
            <p:nvPr/>
          </p:nvSpPr>
          <p:spPr>
            <a:xfrm>
              <a:off x="973137" y="3146425"/>
              <a:ext cx="1387475" cy="2693987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rgbClr val="1740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" name="Google Shape;148;p15"/>
            <p:cNvSpPr/>
            <p:nvPr/>
          </p:nvSpPr>
          <p:spPr>
            <a:xfrm>
              <a:off x="1073150" y="6600825"/>
              <a:ext cx="98425" cy="230187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rgbClr val="1740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" name="Google Shape;149;p15"/>
            <p:cNvSpPr/>
            <p:nvPr/>
          </p:nvSpPr>
          <p:spPr>
            <a:xfrm>
              <a:off x="973137" y="5897562"/>
              <a:ext cx="115887" cy="652462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rgbClr val="1740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" name="Google Shape;150;p15"/>
            <p:cNvSpPr/>
            <p:nvPr/>
          </p:nvSpPr>
          <p:spPr>
            <a:xfrm>
              <a:off x="973137" y="5772150"/>
              <a:ext cx="15875" cy="204787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rgbClr val="1740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1006475" y="6323012"/>
              <a:ext cx="187325" cy="508000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rgbClr val="1740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52" name="Google Shape;152;p15"/>
          <p:cNvSpPr txBox="1"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15"/>
          <p:cNvSpPr txBox="1"/>
          <p:nvPr>
            <p:ph type="title"/>
          </p:nvPr>
        </p:nvSpPr>
        <p:spPr>
          <a:xfrm>
            <a:off x="2592387" y="623887"/>
            <a:ext cx="8890000" cy="1258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4" name="Google Shape;154;p15"/>
          <p:cNvSpPr txBox="1"/>
          <p:nvPr>
            <p:ph idx="1" type="body"/>
          </p:nvPr>
        </p:nvSpPr>
        <p:spPr>
          <a:xfrm>
            <a:off x="2589212" y="2133600"/>
            <a:ext cx="8893175" cy="3754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228600" lvl="0" marL="45720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8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lnSpc>
                <a:spcPct val="98000"/>
              </a:lnSpc>
              <a:spcBef>
                <a:spcPts val="11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lnSpc>
                <a:spcPct val="98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lnSpc>
                <a:spcPct val="98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lnSpc>
                <a:spcPct val="98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lnSpc>
                <a:spcPct val="98000"/>
              </a:lnSpc>
              <a:spcBef>
                <a:spcPts val="288"/>
              </a:spcBef>
              <a:spcAft>
                <a:spcPts val="288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5" name="Google Shape;155;p15"/>
          <p:cNvSpPr txBox="1"/>
          <p:nvPr>
            <p:ph idx="10" type="dt"/>
          </p:nvPr>
        </p:nvSpPr>
        <p:spPr>
          <a:xfrm>
            <a:off x="10361612" y="6130925"/>
            <a:ext cx="1123950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56" name="Google Shape;156;p15"/>
          <p:cNvSpPr txBox="1"/>
          <p:nvPr>
            <p:ph idx="11" type="ftr"/>
          </p:nvPr>
        </p:nvSpPr>
        <p:spPr>
          <a:xfrm>
            <a:off x="2589212" y="6135687"/>
            <a:ext cx="75977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57" name="Google Shape;157;p15"/>
          <p:cNvSpPr/>
          <p:nvPr/>
        </p:nvSpPr>
        <p:spPr>
          <a:xfrm flipH="1" rot="10800000">
            <a:off x="-4762" y="712787"/>
            <a:ext cx="1589087" cy="506412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0F6F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15"/>
          <p:cNvSpPr txBox="1"/>
          <p:nvPr>
            <p:ph idx="12" type="sldNum"/>
          </p:nvPr>
        </p:nvSpPr>
        <p:spPr>
          <a:xfrm>
            <a:off x="531812" y="787400"/>
            <a:ext cx="7572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Relationship Id="rId4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Relationship Id="rId4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Relationship Id="rId4" Type="http://schemas.openxmlformats.org/officeDocument/2006/relationships/image" Target="../media/image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CEE9F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/>
          <p:cNvSpPr txBox="1"/>
          <p:nvPr/>
        </p:nvSpPr>
        <p:spPr>
          <a:xfrm>
            <a:off x="2589212" y="2514600"/>
            <a:ext cx="8915400" cy="2262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b="0" i="0" lang="en-US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Diseño de Bases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"/>
          <p:cNvSpPr txBox="1"/>
          <p:nvPr/>
        </p:nvSpPr>
        <p:spPr>
          <a:xfrm>
            <a:off x="431800" y="4535487"/>
            <a:ext cx="7794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CEE9F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"/>
          <p:cNvSpPr txBox="1"/>
          <p:nvPr/>
        </p:nvSpPr>
        <p:spPr>
          <a:xfrm>
            <a:off x="2247900" y="287337"/>
            <a:ext cx="8912225" cy="1281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115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Questrial"/>
              <a:buNone/>
            </a:pPr>
            <a:r>
              <a:rPr b="0" i="0" lang="en-US" sz="4400" u="none" cap="none" strike="noStrike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Modelado Lógico - Introducción</a:t>
            </a:r>
            <a:r>
              <a:rPr b="0" i="0" lang="en-US" sz="44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"/>
          <p:cNvSpPr txBox="1"/>
          <p:nvPr/>
        </p:nvSpPr>
        <p:spPr>
          <a:xfrm>
            <a:off x="503237" y="792162"/>
            <a:ext cx="7794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"/>
          <p:cNvSpPr txBox="1"/>
          <p:nvPr/>
        </p:nvSpPr>
        <p:spPr>
          <a:xfrm>
            <a:off x="2697162" y="1635125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2"/>
          <p:cNvSpPr txBox="1"/>
          <p:nvPr/>
        </p:nvSpPr>
        <p:spPr>
          <a:xfrm>
            <a:off x="1524000" y="1428750"/>
            <a:ext cx="9515475" cy="4535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449262" lvl="0" marL="58102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Times New Roman"/>
              <a:buNone/>
            </a:pPr>
            <a:r>
              <a:t/>
            </a:r>
            <a:endParaRPr b="0" i="0" sz="29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-449262" lvl="0" marL="581025" marR="0" rtl="0" algn="just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Quest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   El propósito de la generación de un modelo ER Lógico es convertir el esquema conceptual en un modelo más cercano a la representación entendible por el SGBD.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9262" lvl="0" marL="581025" marR="0" rtl="0" algn="just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Quest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Recordemos que el diseño conceptual busca representar, de la forma más clara posible, las necesidades del usuario. Una vez cumplido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este paso,  el diseño lógico busca representar un esquema equivalente, que sea más eficiente para su utilizació</a:t>
            </a:r>
            <a:r>
              <a:rPr b="0" i="0" lang="en-US" sz="29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n</a:t>
            </a:r>
            <a:r>
              <a:rPr lang="en-US" sz="2900">
                <a:latin typeface="Questrial"/>
                <a:ea typeface="Questrial"/>
                <a:cs typeface="Questrial"/>
                <a:sym typeface="Questrial"/>
              </a:rPr>
              <a:t> en un SGBD relacional.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CEE9F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"/>
          <p:cNvSpPr txBox="1"/>
          <p:nvPr/>
        </p:nvSpPr>
        <p:spPr>
          <a:xfrm>
            <a:off x="1728787" y="144462"/>
            <a:ext cx="9561512" cy="1281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115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Questrial"/>
              <a:buNone/>
            </a:pPr>
            <a:r>
              <a:rPr b="0" i="0" lang="en-US" sz="4400" u="none" cap="none" strike="noStrike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Decisiones sobre el Diseño Lógico</a:t>
            </a:r>
            <a:r>
              <a:rPr b="0" i="0" lang="en-US" sz="44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"/>
          <p:cNvSpPr txBox="1"/>
          <p:nvPr/>
        </p:nvSpPr>
        <p:spPr>
          <a:xfrm>
            <a:off x="1439862" y="1660525"/>
            <a:ext cx="9972675" cy="2874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just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Quest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Las decisiones sobre el diseño lógico están vinculadas, básicamente, con cuestiones generales de rendimiento y con un conjunto de reglas que actúan sobre características del esquema conceptual que no están presentes en los SGBD relacionales.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CEE9F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"/>
          <p:cNvSpPr txBox="1"/>
          <p:nvPr/>
        </p:nvSpPr>
        <p:spPr>
          <a:xfrm>
            <a:off x="2376487" y="144462"/>
            <a:ext cx="8912225" cy="1281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115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Questrial"/>
              <a:buNone/>
            </a:pPr>
            <a:r>
              <a:rPr b="0" i="0" lang="en-US" sz="4400" u="none" cap="none" strike="noStrike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Decisiones sobre el Diseño Lógico</a:t>
            </a:r>
            <a:r>
              <a:rPr b="0" i="0" lang="en-US" sz="44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4"/>
          <p:cNvSpPr txBox="1"/>
          <p:nvPr/>
        </p:nvSpPr>
        <p:spPr>
          <a:xfrm>
            <a:off x="2497137" y="1660525"/>
            <a:ext cx="8915400" cy="49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Quest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- R</a:t>
            </a:r>
            <a:r>
              <a:rPr b="1" i="0" lang="en-US" sz="26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esolver las Jerarquías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Times New Roman"/>
              <a:buNone/>
            </a:pPr>
            <a:r>
              <a:t/>
            </a:r>
            <a:endParaRPr b="1" i="0" sz="26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Questrial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- Resolver Atributos Compuestos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Times New Roman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Questrial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- Resolver Atributos Polivalentes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CEE9F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"/>
          <p:cNvSpPr txBox="1"/>
          <p:nvPr/>
        </p:nvSpPr>
        <p:spPr>
          <a:xfrm>
            <a:off x="1800225" y="144462"/>
            <a:ext cx="9791700" cy="1281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115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775F55"/>
              </a:buClr>
              <a:buSzPts val="4400"/>
              <a:buFont typeface="Questrial"/>
              <a:buNone/>
            </a:pPr>
            <a:r>
              <a:rPr b="0" i="0" lang="en-US" sz="4400" u="none" cap="none" strike="noStrike">
                <a:solidFill>
                  <a:srgbClr val="775F55"/>
                </a:solidFill>
                <a:latin typeface="Questrial"/>
                <a:ea typeface="Questrial"/>
                <a:cs typeface="Questrial"/>
                <a:sym typeface="Questrial"/>
              </a:rPr>
              <a:t>Modelo Conceptual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5"/>
          <p:cNvSpPr txBox="1"/>
          <p:nvPr/>
        </p:nvSpPr>
        <p:spPr>
          <a:xfrm>
            <a:off x="2497137" y="1660525"/>
            <a:ext cx="8915400" cy="49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33362" lvl="0" marL="365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2" name="Google Shape;27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0225" y="1120850"/>
            <a:ext cx="9192201" cy="561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CEE9F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6"/>
          <p:cNvSpPr txBox="1"/>
          <p:nvPr/>
        </p:nvSpPr>
        <p:spPr>
          <a:xfrm>
            <a:off x="2376487" y="144462"/>
            <a:ext cx="8912225" cy="1281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115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Questrial"/>
              <a:buNone/>
            </a:pPr>
            <a:r>
              <a:rPr b="0" i="0" lang="en-US" sz="4400" u="none" cap="none" strike="noStrike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Resolver Jerarquías</a:t>
            </a:r>
            <a:r>
              <a:rPr b="0" i="0" lang="en-US" sz="44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6"/>
          <p:cNvSpPr txBox="1"/>
          <p:nvPr/>
        </p:nvSpPr>
        <p:spPr>
          <a:xfrm>
            <a:off x="2244725" y="1589087"/>
            <a:ext cx="8915400" cy="931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400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Questrial"/>
              <a:buChar char="●"/>
            </a:pPr>
            <a:r>
              <a:rPr b="1" i="0" lang="en-US" sz="27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Total Exclusiva (T, E)</a:t>
            </a:r>
            <a:r>
              <a:rPr b="0" i="0" lang="en-US" sz="27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: Tres posibilidades, dejar todo, dejar sólo los hijos o dejar sólo al padre.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6"/>
          <p:cNvSpPr txBox="1"/>
          <p:nvPr/>
        </p:nvSpPr>
        <p:spPr>
          <a:xfrm>
            <a:off x="2244737" y="2590800"/>
            <a:ext cx="8915400" cy="9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40005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Questrial"/>
              <a:buChar char="●"/>
            </a:pPr>
            <a:r>
              <a:rPr b="1" i="0" lang="en-US" sz="27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Total Superpuesta (T, S)</a:t>
            </a:r>
            <a:r>
              <a:rPr b="0" i="0" lang="en-US" sz="27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: Dos posibilidades, dejar todo o dejar sólo al padre. No se puede eliminar al padre.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82" name="Google Shape;282;p6"/>
          <p:cNvSpPr txBox="1"/>
          <p:nvPr/>
        </p:nvSpPr>
        <p:spPr>
          <a:xfrm>
            <a:off x="2244725" y="3884612"/>
            <a:ext cx="89154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40005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Questrial"/>
              <a:buChar char="●"/>
            </a:pPr>
            <a:r>
              <a:rPr b="1" i="0" lang="en-US" sz="27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Parcial Exclusiva (P, E)</a:t>
            </a:r>
            <a:r>
              <a:rPr b="0" i="0" lang="en-US" sz="27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: Dos posibilidades, dejar todo o dejar sólo al padre. No se puede eliminar al padre.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6"/>
          <p:cNvSpPr txBox="1"/>
          <p:nvPr/>
        </p:nvSpPr>
        <p:spPr>
          <a:xfrm>
            <a:off x="2244737" y="4847200"/>
            <a:ext cx="8915400" cy="9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40005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Questrial"/>
              <a:buChar char="●"/>
            </a:pPr>
            <a:r>
              <a:rPr b="1" i="0" lang="en-US" sz="27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Parcial Superpuesta (P, S)</a:t>
            </a:r>
            <a:r>
              <a:rPr b="0" i="0" lang="en-US" sz="27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: Dos posibilidades, dejar todo o dejar sólo al padre. No se puede eliminar al padre.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CEE9F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7"/>
          <p:cNvSpPr txBox="1"/>
          <p:nvPr/>
        </p:nvSpPr>
        <p:spPr>
          <a:xfrm>
            <a:off x="1587375" y="175300"/>
            <a:ext cx="104379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115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Questrial"/>
              <a:buNone/>
            </a:pPr>
            <a:r>
              <a:rPr b="1" i="0" lang="en-US" sz="2500" u="none" cap="none" strike="noStrike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Resuelvo Jerarquía (T,E) - Primera opción</a:t>
            </a:r>
            <a:r>
              <a:rPr b="1" i="0" lang="en-US" sz="25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- dejar todas las entidades</a:t>
            </a:r>
            <a:endParaRPr b="1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1" name="Google Shape;291;p7"/>
          <p:cNvCxnSpPr/>
          <p:nvPr/>
        </p:nvCxnSpPr>
        <p:spPr>
          <a:xfrm flipH="1">
            <a:off x="3671974" y="1727200"/>
            <a:ext cx="1500" cy="1500"/>
          </a:xfrm>
          <a:prstGeom prst="bentConnector2">
            <a:avLst/>
          </a:prstGeom>
          <a:noFill/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" name="Google Shape;292;p7"/>
          <p:cNvSpPr txBox="1"/>
          <p:nvPr/>
        </p:nvSpPr>
        <p:spPr>
          <a:xfrm>
            <a:off x="1838350" y="5275375"/>
            <a:ext cx="9194700" cy="11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34950" lvl="0" marL="36512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Quest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  -</a:t>
            </a:r>
            <a:r>
              <a:rPr b="1" i="0" lang="en-US" sz="19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Si las entidades hijas no tienen identificador debo bajarlo desde el padre. Caso contrario es opcional - NoDocente puedo no bajarlo, pero si lo bajo no debo cruzarlo con CUIT</a:t>
            </a:r>
            <a:endParaRPr b="1" i="0" sz="19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-234950" lvl="0" marL="36512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Questrial"/>
              <a:buNone/>
            </a:pPr>
            <a:r>
              <a:rPr b="1" i="1" lang="en-US" sz="19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  -(Se dibuja el identificador externo tomándolo desde la línea de la relación no desde la entidad)</a:t>
            </a:r>
            <a:endParaRPr b="1" i="1" sz="19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293" name="Google Shape;29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8000" y="1265200"/>
            <a:ext cx="6384875" cy="401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CEE9F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97c1d5606e_0_3"/>
          <p:cNvSpPr txBox="1"/>
          <p:nvPr/>
        </p:nvSpPr>
        <p:spPr>
          <a:xfrm>
            <a:off x="1587375" y="175312"/>
            <a:ext cx="89121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115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Questrial"/>
              <a:buNone/>
            </a:pPr>
            <a:r>
              <a:rPr b="1" i="0" lang="en-US" sz="2400" u="none" cap="none" strike="noStrike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Resuelvo Jerarquía (T,E) - Segunda opción</a:t>
            </a:r>
            <a:r>
              <a:rPr b="1" i="0" lang="en-US" sz="24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- dejar solo al padre</a:t>
            </a:r>
            <a:endParaRPr b="1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1" name="Google Shape;301;g97c1d5606e_0_3"/>
          <p:cNvCxnSpPr/>
          <p:nvPr/>
        </p:nvCxnSpPr>
        <p:spPr>
          <a:xfrm flipH="1">
            <a:off x="3671974" y="1727200"/>
            <a:ext cx="1500" cy="1500"/>
          </a:xfrm>
          <a:prstGeom prst="bentConnector2">
            <a:avLst/>
          </a:prstGeom>
          <a:noFill/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2" name="Google Shape;302;g97c1d5606e_0_3"/>
          <p:cNvSpPr txBox="1"/>
          <p:nvPr/>
        </p:nvSpPr>
        <p:spPr>
          <a:xfrm>
            <a:off x="1359875" y="4717150"/>
            <a:ext cx="9194700" cy="19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92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Questrial"/>
              <a:buChar char="●"/>
            </a:pPr>
            <a:r>
              <a:rPr b="1" i="0" lang="en-US" sz="19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Todos los atributos de los hijos pasan al padre.</a:t>
            </a:r>
            <a:endParaRPr b="1" i="0" sz="19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-3492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Questrial"/>
              <a:buChar char="●"/>
            </a:pPr>
            <a:r>
              <a:rPr b="1" i="0" lang="en-US" sz="19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Deben pasar como no obligatorios. Idem las relaciones en los hijos pasan como relaciones opcionales (mínima 0).</a:t>
            </a:r>
            <a:endParaRPr b="1" i="0" sz="19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-3492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Questrial"/>
              <a:buChar char="●"/>
            </a:pPr>
            <a:r>
              <a:rPr b="1" i="0" lang="en-US" sz="19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Si en el hijo era un atributo identificador, debe dejar de serlo. (Nunca un identificador puede ser opcional).</a:t>
            </a:r>
            <a:endParaRPr b="1" i="0" sz="19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-3492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Questrial"/>
              <a:buChar char="●"/>
            </a:pPr>
            <a:r>
              <a:rPr b="1" i="0" lang="en-US" sz="19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Si bien puede deducirse es una buena opción agregar un atributo que identifique qué tipo de empleado es (tipo_empleado).</a:t>
            </a:r>
            <a:endParaRPr b="1" i="0" sz="19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303" name="Google Shape;303;g97c1d5606e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2257" y="1537575"/>
            <a:ext cx="4716969" cy="309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CEE9F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97c1d5606e_0_15"/>
          <p:cNvSpPr txBox="1"/>
          <p:nvPr/>
        </p:nvSpPr>
        <p:spPr>
          <a:xfrm>
            <a:off x="1587375" y="175312"/>
            <a:ext cx="89121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115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Questrial"/>
              <a:buNone/>
            </a:pPr>
            <a:r>
              <a:rPr b="1" i="0" lang="en-US" sz="2500" u="none" cap="none" strike="noStrike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Resuelvo Jerarquía (T,E) - Tercer opción - Dejar solo a los hijos</a:t>
            </a:r>
            <a:r>
              <a:rPr b="1" i="0" lang="en-US" sz="25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b="1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1" name="Google Shape;311;g97c1d5606e_0_15"/>
          <p:cNvCxnSpPr/>
          <p:nvPr/>
        </p:nvCxnSpPr>
        <p:spPr>
          <a:xfrm flipH="1">
            <a:off x="3671974" y="1727200"/>
            <a:ext cx="1500" cy="1500"/>
          </a:xfrm>
          <a:prstGeom prst="bentConnector2">
            <a:avLst/>
          </a:prstGeom>
          <a:noFill/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" name="Google Shape;312;g97c1d5606e_0_15"/>
          <p:cNvSpPr txBox="1"/>
          <p:nvPr/>
        </p:nvSpPr>
        <p:spPr>
          <a:xfrm>
            <a:off x="1587375" y="5106225"/>
            <a:ext cx="9194700" cy="5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92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Questrial"/>
              <a:buChar char="●"/>
            </a:pPr>
            <a:r>
              <a:rPr b="1" i="0" lang="en-US" sz="19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Se deben bajar los atributos del padre a cada uno de los hijos.</a:t>
            </a:r>
            <a:endParaRPr b="1" i="0" sz="19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-3492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Questrial"/>
              <a:buChar char="●"/>
            </a:pPr>
            <a:r>
              <a:rPr b="1" i="0" lang="en-US" sz="19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También se deben bajar las relaciones del padre (si hubiera).</a:t>
            </a:r>
            <a:endParaRPr b="1" i="0" sz="19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313" name="Google Shape;313;g97c1d5606e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4851" y="1547374"/>
            <a:ext cx="6796976" cy="326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CEE9F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8"/>
          <p:cNvSpPr txBox="1"/>
          <p:nvPr/>
        </p:nvSpPr>
        <p:spPr>
          <a:xfrm>
            <a:off x="1640749" y="328487"/>
            <a:ext cx="89121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115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775F55"/>
              </a:buClr>
              <a:buSzPts val="4400"/>
              <a:buFont typeface="Questrial"/>
              <a:buNone/>
            </a:pPr>
            <a:r>
              <a:rPr b="0" i="0" lang="en-US" sz="4400" u="none" cap="none" strike="noStrike">
                <a:solidFill>
                  <a:srgbClr val="775F55"/>
                </a:solidFill>
                <a:latin typeface="Questrial"/>
                <a:ea typeface="Questrial"/>
                <a:cs typeface="Questrial"/>
                <a:sym typeface="Questrial"/>
              </a:rPr>
              <a:t>Resolver Atributos Compuestos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8"/>
          <p:cNvSpPr txBox="1"/>
          <p:nvPr/>
        </p:nvSpPr>
        <p:spPr>
          <a:xfrm>
            <a:off x="1365250" y="1511300"/>
            <a:ext cx="8642350" cy="908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Quest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Las dos formas más utilizadas para eliminar los atributos compuestos son: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imes New Roman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-400050" lvl="0" marL="457200" marR="0" rtl="0" algn="l">
              <a:lnSpc>
                <a:spcPct val="93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Questrial"/>
              <a:buChar char="●"/>
            </a:pPr>
            <a:r>
              <a:rPr b="1" i="0" lang="en-US" sz="27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Considerar sólo los atributos individuales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005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Questrial"/>
              <a:buChar char="●"/>
            </a:pPr>
            <a:r>
              <a:rPr b="1" i="0" lang="en-US" sz="27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Considerar todo en un sólo atributo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8"/>
          <p:cNvSpPr txBox="1"/>
          <p:nvPr/>
        </p:nvSpPr>
        <p:spPr>
          <a:xfrm>
            <a:off x="1692000" y="4191025"/>
            <a:ext cx="81846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¿CUÁL ES LA MEJOR OPCIÓN? Ventajas y Desventajas</a:t>
            </a:r>
            <a:endParaRPr b="0" i="0" sz="14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CEE9F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9"/>
          <p:cNvSpPr txBox="1"/>
          <p:nvPr/>
        </p:nvSpPr>
        <p:spPr>
          <a:xfrm>
            <a:off x="2376487" y="144462"/>
            <a:ext cx="8912225" cy="1281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115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775F55"/>
              </a:buClr>
              <a:buSzPts val="4400"/>
              <a:buFont typeface="Questrial"/>
              <a:buNone/>
            </a:pPr>
            <a:r>
              <a:rPr b="0" i="0" lang="en-US" sz="4400" u="none" cap="none" strike="noStrike">
                <a:solidFill>
                  <a:srgbClr val="775F55"/>
                </a:solidFill>
                <a:latin typeface="Questrial"/>
                <a:ea typeface="Questrial"/>
                <a:cs typeface="Questrial"/>
                <a:sym typeface="Questrial"/>
              </a:rPr>
              <a:t>Resolver Atributos Compuestos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9"/>
          <p:cNvSpPr txBox="1"/>
          <p:nvPr/>
        </p:nvSpPr>
        <p:spPr>
          <a:xfrm>
            <a:off x="1511300" y="720725"/>
            <a:ext cx="8642350" cy="1008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imes New Roman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-400050" lvl="0" marL="457200" marR="0" rtl="0" algn="l">
              <a:lnSpc>
                <a:spcPct val="93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Questrial"/>
              <a:buChar char="●"/>
            </a:pPr>
            <a:r>
              <a:rPr b="0" i="0" lang="en-US" sz="27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b="1" i="0" lang="en-US" sz="27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Considerar sólo los atributos individuales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9"/>
          <p:cNvSpPr txBox="1"/>
          <p:nvPr/>
        </p:nvSpPr>
        <p:spPr>
          <a:xfrm>
            <a:off x="1660675" y="4166050"/>
            <a:ext cx="8343600" cy="6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400050" lvl="0" marL="457200" marR="0" rtl="0" algn="l">
              <a:lnSpc>
                <a:spcPct val="93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Questrial"/>
              <a:buChar char="●"/>
            </a:pPr>
            <a:r>
              <a:rPr b="0" i="0" lang="en-US" sz="27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b="1" i="0" lang="en-US" sz="27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Considerar todo en un solo atributo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5775" y="1664238"/>
            <a:ext cx="3693388" cy="255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600" y="4725526"/>
            <a:ext cx="3535749" cy="202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CEE9F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0"/>
          <p:cNvSpPr txBox="1"/>
          <p:nvPr/>
        </p:nvSpPr>
        <p:spPr>
          <a:xfrm>
            <a:off x="2227262" y="373062"/>
            <a:ext cx="8912225" cy="1281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115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Questrial"/>
              <a:buNone/>
            </a:pPr>
            <a:r>
              <a:rPr b="0" i="0" lang="en-US" sz="4400" u="none" cap="none" strike="noStrike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Resolver Atributos Polivalentes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0"/>
          <p:cNvSpPr txBox="1"/>
          <p:nvPr/>
        </p:nvSpPr>
        <p:spPr>
          <a:xfrm>
            <a:off x="1116425" y="1395350"/>
            <a:ext cx="108210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just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Quest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Para resolver los atributos polivalentes se debe agregar una entidad y una interrelación.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2" name="Google Shape;34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6950" y="1846262"/>
            <a:ext cx="4606543" cy="1920875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0"/>
          <p:cNvSpPr txBox="1"/>
          <p:nvPr/>
        </p:nvSpPr>
        <p:spPr>
          <a:xfrm>
            <a:off x="8139725" y="5208925"/>
            <a:ext cx="3883200" cy="5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Observar cardinalidades</a:t>
            </a:r>
            <a:endParaRPr b="0" i="0" sz="14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344" name="Google Shape;34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17450" y="4529125"/>
            <a:ext cx="6007326" cy="22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0"/>
          <p:cNvSpPr/>
          <p:nvPr/>
        </p:nvSpPr>
        <p:spPr>
          <a:xfrm>
            <a:off x="5226325" y="3798475"/>
            <a:ext cx="441600" cy="699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0"/>
          <p:cNvSpPr txBox="1"/>
          <p:nvPr/>
        </p:nvSpPr>
        <p:spPr>
          <a:xfrm>
            <a:off x="8422325" y="2555150"/>
            <a:ext cx="3600600" cy="5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Solución 1: pasar como entidad de tipos</a:t>
            </a:r>
            <a:endParaRPr b="0" i="0" sz="14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CEE9F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1"/>
          <p:cNvSpPr txBox="1"/>
          <p:nvPr/>
        </p:nvSpPr>
        <p:spPr>
          <a:xfrm>
            <a:off x="2227262" y="373062"/>
            <a:ext cx="89121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115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Questrial"/>
              <a:buNone/>
            </a:pPr>
            <a:r>
              <a:rPr b="0" i="0" lang="en-US" sz="4400" u="none" cap="none" strike="noStrike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Resolver Atributos Polivalentes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1"/>
          <p:cNvSpPr txBox="1"/>
          <p:nvPr/>
        </p:nvSpPr>
        <p:spPr>
          <a:xfrm>
            <a:off x="1216025" y="1395400"/>
            <a:ext cx="101691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just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Quest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Para resolver los atributos polivalentes se debe agregar una entidad y una interrelación.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1"/>
          <p:cNvSpPr txBox="1"/>
          <p:nvPr/>
        </p:nvSpPr>
        <p:spPr>
          <a:xfrm>
            <a:off x="8316500" y="5489300"/>
            <a:ext cx="3857100" cy="5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Observar cardinalidades</a:t>
            </a:r>
            <a:endParaRPr b="0" i="0" sz="14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356" name="Google Shape;35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5700" y="1831627"/>
            <a:ext cx="3314700" cy="208855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11"/>
          <p:cNvSpPr/>
          <p:nvPr/>
        </p:nvSpPr>
        <p:spPr>
          <a:xfrm>
            <a:off x="5002250" y="3937400"/>
            <a:ext cx="441600" cy="699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8" name="Google Shape;35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25275" y="4730125"/>
            <a:ext cx="5595549" cy="202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1"/>
          <p:cNvSpPr txBox="1"/>
          <p:nvPr/>
        </p:nvSpPr>
        <p:spPr>
          <a:xfrm>
            <a:off x="8316500" y="2555150"/>
            <a:ext cx="3600600" cy="5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Solución 1: pasar como entidad de tipos</a:t>
            </a:r>
            <a:endParaRPr b="0" i="0" sz="14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CEE9F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7e26c312c3_0_30"/>
          <p:cNvSpPr txBox="1"/>
          <p:nvPr/>
        </p:nvSpPr>
        <p:spPr>
          <a:xfrm>
            <a:off x="2227262" y="373062"/>
            <a:ext cx="89121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115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Questrial"/>
              <a:buNone/>
            </a:pPr>
            <a:r>
              <a:rPr b="0" i="0" lang="en-US" sz="4400" u="none" cap="none" strike="noStrike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Resolver Atributos Polivalentes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37e26c312c3_0_30"/>
          <p:cNvSpPr txBox="1"/>
          <p:nvPr/>
        </p:nvSpPr>
        <p:spPr>
          <a:xfrm>
            <a:off x="1216025" y="1395400"/>
            <a:ext cx="101691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just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Quest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Para resolver los atributos polivalentes se debe agregar una entidad y una interrelación.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37e26c312c3_0_30"/>
          <p:cNvSpPr txBox="1"/>
          <p:nvPr/>
        </p:nvSpPr>
        <p:spPr>
          <a:xfrm>
            <a:off x="7824775" y="5324125"/>
            <a:ext cx="4174200" cy="5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Observar cardinalidades</a:t>
            </a:r>
            <a:endParaRPr b="0" i="0" sz="14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69" name="Google Shape;369;g37e26c312c3_0_30"/>
          <p:cNvSpPr/>
          <p:nvPr/>
        </p:nvSpPr>
        <p:spPr>
          <a:xfrm>
            <a:off x="4911600" y="4039475"/>
            <a:ext cx="441600" cy="699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g37e26c312c3_0_30"/>
          <p:cNvSpPr txBox="1"/>
          <p:nvPr/>
        </p:nvSpPr>
        <p:spPr>
          <a:xfrm>
            <a:off x="8316500" y="2555150"/>
            <a:ext cx="3600600" cy="5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Solución 2: pasar como entidad débil</a:t>
            </a:r>
            <a:endParaRPr b="0" i="0" sz="14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371" name="Google Shape;371;g37e26c312c3_0_30" title="Diagrama sin título.drawio-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1050" y="1999900"/>
            <a:ext cx="2182712" cy="187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g37e26c312c3_0_30" title="Diagrama sin título.drawio-3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7013" y="5050750"/>
            <a:ext cx="4832019" cy="150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2"/>
          <p:cNvSpPr txBox="1"/>
          <p:nvPr/>
        </p:nvSpPr>
        <p:spPr>
          <a:xfrm>
            <a:off x="2227262" y="373062"/>
            <a:ext cx="89121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115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Questrial"/>
              <a:buNone/>
            </a:pPr>
            <a:r>
              <a:rPr b="0" i="0" lang="en-US" sz="4400" u="none" cap="none" strike="noStrike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Modelo Lógico Final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9" name="Google Shape;37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1500" y="1352525"/>
            <a:ext cx="10018050" cy="532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7e26c312c3_0_44"/>
          <p:cNvSpPr txBox="1"/>
          <p:nvPr/>
        </p:nvSpPr>
        <p:spPr>
          <a:xfrm>
            <a:off x="2227262" y="373062"/>
            <a:ext cx="89121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115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Questrial"/>
              <a:buNone/>
            </a:pPr>
            <a:r>
              <a:rPr b="0" i="0" lang="en-US" sz="4400" u="none" cap="none" strike="noStrike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Errores comunes al pasar al modelo lógico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7e26c312c3_0_44"/>
          <p:cNvSpPr txBox="1"/>
          <p:nvPr/>
        </p:nvSpPr>
        <p:spPr>
          <a:xfrm>
            <a:off x="2407700" y="2037300"/>
            <a:ext cx="9167700" cy="42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04040"/>
              </a:buClr>
              <a:buSzPts val="2800"/>
              <a:buFont typeface="Questrial"/>
              <a:buAutoNum type="arabicPeriod"/>
            </a:pPr>
            <a:r>
              <a:rPr b="0" i="0" lang="en-US" sz="2800" u="none" cap="none" strike="noStrike">
                <a:solidFill>
                  <a:srgbClr val="404040"/>
                </a:solidFill>
                <a:latin typeface="Questrial"/>
                <a:ea typeface="Questrial"/>
                <a:cs typeface="Questrial"/>
                <a:sym typeface="Questrial"/>
              </a:rPr>
              <a:t>No diferenciar correctamente entre atributos opcionales y polivalentes.</a:t>
            </a:r>
            <a:endParaRPr b="0" i="0" sz="2800" u="none" cap="none" strike="noStrike">
              <a:solidFill>
                <a:srgbClr val="40404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800"/>
              <a:buFont typeface="Questrial"/>
              <a:buAutoNum type="arabicPeriod"/>
            </a:pPr>
            <a:r>
              <a:rPr b="0" i="0" lang="en-US" sz="2800" u="none" cap="none" strike="noStrike">
                <a:solidFill>
                  <a:srgbClr val="404040"/>
                </a:solidFill>
                <a:latin typeface="Questrial"/>
                <a:ea typeface="Questrial"/>
                <a:cs typeface="Questrial"/>
                <a:sym typeface="Questrial"/>
              </a:rPr>
              <a:t>Convertir jerarquías sin considerar el contexto.</a:t>
            </a:r>
            <a:endParaRPr b="0" i="0" sz="2800" u="none" cap="none" strike="noStrike">
              <a:solidFill>
                <a:srgbClr val="40404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800"/>
              <a:buFont typeface="Questrial"/>
              <a:buAutoNum type="arabicPeriod"/>
            </a:pPr>
            <a:r>
              <a:rPr b="0" i="0" lang="en-US" sz="2800" u="none" cap="none" strike="noStrike">
                <a:solidFill>
                  <a:srgbClr val="404040"/>
                </a:solidFill>
                <a:latin typeface="Questrial"/>
                <a:ea typeface="Questrial"/>
                <a:cs typeface="Questrial"/>
                <a:sym typeface="Questrial"/>
              </a:rPr>
              <a:t>Agregar identificadores innecesarios.</a:t>
            </a:r>
            <a:endParaRPr b="0" i="0" sz="2800" u="none" cap="none" strike="noStrike">
              <a:solidFill>
                <a:srgbClr val="40404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800"/>
              <a:buFont typeface="Questrial"/>
              <a:buAutoNum type="arabicPeriod"/>
            </a:pPr>
            <a:r>
              <a:rPr b="0" i="0" lang="en-US" sz="2800" u="none" cap="none" strike="noStrike">
                <a:solidFill>
                  <a:srgbClr val="404040"/>
                </a:solidFill>
                <a:latin typeface="Questrial"/>
                <a:ea typeface="Questrial"/>
                <a:cs typeface="Questrial"/>
                <a:sym typeface="Questrial"/>
              </a:rPr>
              <a:t>Dejar entidades sin identificar.</a:t>
            </a:r>
            <a:endParaRPr b="0" i="0" sz="2800" u="none" cap="none" strike="noStrike">
              <a:solidFill>
                <a:srgbClr val="40404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800"/>
              <a:buFont typeface="Questrial"/>
              <a:buAutoNum type="arabicPeriod"/>
            </a:pPr>
            <a:r>
              <a:rPr b="0" i="0" lang="en-US" sz="2800" u="none" cap="none" strike="noStrike">
                <a:solidFill>
                  <a:srgbClr val="404040"/>
                </a:solidFill>
                <a:latin typeface="Questrial"/>
                <a:ea typeface="Questrial"/>
                <a:cs typeface="Questrial"/>
                <a:sym typeface="Questrial"/>
              </a:rPr>
              <a:t>Modelar incorrectamente los atributos polivalentes.</a:t>
            </a:r>
            <a:endParaRPr b="0" i="0" sz="2800" u="none" cap="none" strike="noStrike">
              <a:solidFill>
                <a:srgbClr val="40404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Tema de Office">
  <a:themeElements>
    <a:clrScheme name="Tema de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Tema de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