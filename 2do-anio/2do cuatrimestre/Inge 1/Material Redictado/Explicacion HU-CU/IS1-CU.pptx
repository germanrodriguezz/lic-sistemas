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5.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61" r:id="rId6"/>
    <p:sldMasterId id="2147483673" r:id="rId7"/>
    <p:sldMasterId id="2147483685" r:id="rId8"/>
    <p:sldMasterId id="2147483697" r:id="rId9"/>
  </p:sldMasterIdLst>
  <p:notesMasterIdLst>
    <p:notesMasterId r:id="rId10"/>
  </p:notesMasterIdLst>
  <p:sldIdLst>
    <p:sldId id="256" r:id="rId11"/>
    <p:sldId id="257"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 id="270" r:id="rId25"/>
    <p:sldId id="271" r:id="rId26"/>
  </p:sldIdLst>
  <p:sldSz cy="6858000" cx="12192000"/>
  <p:notesSz cx="6858000" cy="9144000"/>
  <p:embeddedFontLst>
    <p:embeddedFont>
      <p:font typeface="Architects Daughter"/>
      <p:regular r:id="rId27"/>
    </p:embeddedFont>
    <p:embeddedFont>
      <p:font typeface="Gill Sans"/>
      <p:regular r:id="rId28"/>
      <p:bold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30" roundtripDataSignature="AMtx7mhuJgZ+1CUH1i4Qgm/smqBOhk88k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4758DC2-2E3A-4E79-85B8-3D089E123D0C}">
  <a:tblStyle styleId="{04758DC2-2E3A-4E79-85B8-3D089E123D0C}"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0.xml"/><Relationship Id="rId22" Type="http://schemas.openxmlformats.org/officeDocument/2006/relationships/slide" Target="slides/slide12.xml"/><Relationship Id="rId21" Type="http://schemas.openxmlformats.org/officeDocument/2006/relationships/slide" Target="slides/slide11.xml"/><Relationship Id="rId24" Type="http://schemas.openxmlformats.org/officeDocument/2006/relationships/slide" Target="slides/slide14.xml"/><Relationship Id="rId23" Type="http://schemas.openxmlformats.org/officeDocument/2006/relationships/slide" Target="slides/slide13.xml"/><Relationship Id="rId1" Type="http://schemas.openxmlformats.org/officeDocument/2006/relationships/theme" Target="theme/theme6.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Master" Target="slideMasters/slideMaster5.xml"/><Relationship Id="rId26" Type="http://schemas.openxmlformats.org/officeDocument/2006/relationships/slide" Target="slides/slide16.xml"/><Relationship Id="rId25" Type="http://schemas.openxmlformats.org/officeDocument/2006/relationships/slide" Target="slides/slide15.xml"/><Relationship Id="rId28" Type="http://schemas.openxmlformats.org/officeDocument/2006/relationships/font" Target="fonts/GillSans-regular.fntdata"/><Relationship Id="rId27" Type="http://schemas.openxmlformats.org/officeDocument/2006/relationships/font" Target="fonts/ArchitectsDaughter-regular.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GillSans-bold.fntdata"/><Relationship Id="rId7" Type="http://schemas.openxmlformats.org/officeDocument/2006/relationships/slideMaster" Target="slideMasters/slideMaster3.xml"/><Relationship Id="rId8" Type="http://schemas.openxmlformats.org/officeDocument/2006/relationships/slideMaster" Target="slideMasters/slideMaster4.xml"/><Relationship Id="rId30" Type="http://customschemas.google.com/relationships/presentationmetadata" Target="metadata"/><Relationship Id="rId11" Type="http://schemas.openxmlformats.org/officeDocument/2006/relationships/slide" Target="slides/slide1.xml"/><Relationship Id="rId10" Type="http://schemas.openxmlformats.org/officeDocument/2006/relationships/notesMaster" Target="notesMasters/notesMaster1.xml"/><Relationship Id="rId13" Type="http://schemas.openxmlformats.org/officeDocument/2006/relationships/slide" Target="slides/slide3.xml"/><Relationship Id="rId12" Type="http://schemas.openxmlformats.org/officeDocument/2006/relationships/slide" Target="slides/slide2.xml"/><Relationship Id="rId15" Type="http://schemas.openxmlformats.org/officeDocument/2006/relationships/slide" Target="slides/slide5.xml"/><Relationship Id="rId14" Type="http://schemas.openxmlformats.org/officeDocument/2006/relationships/slide" Target="slides/slide4.xml"/><Relationship Id="rId17" Type="http://schemas.openxmlformats.org/officeDocument/2006/relationships/slide" Target="slides/slide7.xml"/><Relationship Id="rId16" Type="http://schemas.openxmlformats.org/officeDocument/2006/relationships/slide" Target="slides/slide6.xml"/><Relationship Id="rId19" Type="http://schemas.openxmlformats.org/officeDocument/2006/relationships/slide" Target="slides/slide9.xml"/><Relationship Id="rId18"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413" name="Google Shape;41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2" name="Google Shape;422;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1" name="Google Shape;431;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8" name="Google Shape;438;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7" name="Google Shape;487;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4" name="Google Shape;494;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1" name="Google Shape;501;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3" name="Google Shape;513;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7" name="Google Shape;527;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p>
        </p:txBody>
      </p:sp>
      <p:sp>
        <p:nvSpPr>
          <p:cNvPr id="528" name="Google Shape;528;p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2" name="Google Shape;572;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p>
        </p:txBody>
      </p:sp>
      <p:sp>
        <p:nvSpPr>
          <p:cNvPr id="573" name="Google Shape;573;p1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5" name="Google Shape;625;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2" name="Google Shape;632;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rPr lang="en-US"/>
              <a:t>Siempre finalizar curso alterno yendo a otro paso o finalizando.</a:t>
            </a:r>
            <a:endParaRPr/>
          </a:p>
        </p:txBody>
      </p:sp>
      <p:sp>
        <p:nvSpPr>
          <p:cNvPr id="633" name="Google Shape;633;p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0" name="Google Shape;640;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rPr lang="en-US"/>
              <a:t>Los actores se tienen que ver reflejados en el DIAGRAMA !</a:t>
            </a:r>
            <a:endParaRPr/>
          </a:p>
        </p:txBody>
      </p:sp>
      <p:sp>
        <p:nvSpPr>
          <p:cNvPr id="641" name="Google Shape;641;p1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8" name="Google Shape;648;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rPr lang="en-US"/>
              <a:t>Si el usuario ya estaba registrado???</a:t>
            </a:r>
            <a:endParaRPr/>
          </a:p>
        </p:txBody>
      </p:sp>
      <p:sp>
        <p:nvSpPr>
          <p:cNvPr id="649" name="Google Shape;649;p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6" name="Google Shape;656;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1" name="Shape 661"/>
        <p:cNvGrpSpPr/>
        <p:nvPr/>
      </p:nvGrpSpPr>
      <p:grpSpPr>
        <a:xfrm>
          <a:off x="0" y="0"/>
          <a:ext cx="0" cy="0"/>
          <a:chOff x="0" y="0"/>
          <a:chExt cx="0" cy="0"/>
        </a:xfrm>
      </p:grpSpPr>
      <p:sp>
        <p:nvSpPr>
          <p:cNvPr id="662" name="Google Shape;662;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3" name="Google Shape;663;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showMasterSp="0" type="title">
  <p:cSld name="TITLE">
    <p:spTree>
      <p:nvGrpSpPr>
        <p:cNvPr id="18" name="Shape 18"/>
        <p:cNvGrpSpPr/>
        <p:nvPr/>
      </p:nvGrpSpPr>
      <p:grpSpPr>
        <a:xfrm>
          <a:off x="0" y="0"/>
          <a:ext cx="0" cy="0"/>
          <a:chOff x="0" y="0"/>
          <a:chExt cx="0" cy="0"/>
        </a:xfrm>
      </p:grpSpPr>
      <p:sp>
        <p:nvSpPr>
          <p:cNvPr id="19" name="Google Shape;19;p18"/>
          <p:cNvSpPr txBox="1"/>
          <p:nvPr>
            <p:ph type="ctrTitle"/>
          </p:nvPr>
        </p:nvSpPr>
        <p:spPr>
          <a:xfrm>
            <a:off x="1625600" y="3886200"/>
            <a:ext cx="9144000" cy="990600"/>
          </a:xfrm>
          <a:prstGeom prst="rect">
            <a:avLst/>
          </a:prstGeom>
          <a:noFill/>
          <a:ln>
            <a:noFill/>
          </a:ln>
        </p:spPr>
        <p:txBody>
          <a:bodyPr anchorCtr="0" anchor="t" bIns="45700" lIns="91425" spcFirstLastPara="1" rIns="91425" wrap="square" tIns="45700">
            <a:normAutofit/>
          </a:bodyPr>
          <a:lstStyle>
            <a:lvl1pPr lvl="0" algn="r">
              <a:lnSpc>
                <a:spcPct val="100000"/>
              </a:lnSpc>
              <a:spcBef>
                <a:spcPts val="0"/>
              </a:spcBef>
              <a:spcAft>
                <a:spcPts val="0"/>
              </a:spcAft>
              <a:buClr>
                <a:schemeClr val="dk1"/>
              </a:buClr>
              <a:buSzPts val="3200"/>
              <a:buFont typeface="Bookman Old Style"/>
              <a:buNone/>
              <a:defRPr sz="32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8"/>
          <p:cNvSpPr txBox="1"/>
          <p:nvPr>
            <p:ph idx="1" type="subTitle"/>
          </p:nvPr>
        </p:nvSpPr>
        <p:spPr>
          <a:xfrm>
            <a:off x="1625600" y="5124450"/>
            <a:ext cx="9144000" cy="533400"/>
          </a:xfrm>
          <a:prstGeom prst="rect">
            <a:avLst/>
          </a:prstGeom>
          <a:noFill/>
          <a:ln>
            <a:noFill/>
          </a:ln>
        </p:spPr>
        <p:txBody>
          <a:bodyPr anchorCtr="0" anchor="t" bIns="45700" lIns="91425" spcFirstLastPara="1" rIns="91425" wrap="square" tIns="45700">
            <a:normAutofit/>
          </a:bodyPr>
          <a:lstStyle>
            <a:lvl1pPr lvl="0" algn="r">
              <a:lnSpc>
                <a:spcPct val="100000"/>
              </a:lnSpc>
              <a:spcBef>
                <a:spcPts val="600"/>
              </a:spcBef>
              <a:spcAft>
                <a:spcPts val="0"/>
              </a:spcAft>
              <a:buSzPts val="1520"/>
              <a:buNone/>
              <a:defRPr sz="2000">
                <a:solidFill>
                  <a:schemeClr val="dk2"/>
                </a:solidFill>
                <a:latin typeface="Bookman Old Style"/>
                <a:ea typeface="Bookman Old Style"/>
                <a:cs typeface="Bookman Old Style"/>
                <a:sym typeface="Bookman Old Style"/>
              </a:defRPr>
            </a:lvl1pPr>
            <a:lvl2pPr lvl="1" algn="ctr">
              <a:lnSpc>
                <a:spcPct val="100000"/>
              </a:lnSpc>
              <a:spcBef>
                <a:spcPts val="500"/>
              </a:spcBef>
              <a:spcAft>
                <a:spcPts val="0"/>
              </a:spcAft>
              <a:buSzPts val="1368"/>
              <a:buNone/>
              <a:defRPr/>
            </a:lvl2pPr>
            <a:lvl3pPr lvl="2" algn="ctr">
              <a:lnSpc>
                <a:spcPct val="100000"/>
              </a:lnSpc>
              <a:spcBef>
                <a:spcPts val="500"/>
              </a:spcBef>
              <a:spcAft>
                <a:spcPts val="0"/>
              </a:spcAft>
              <a:buSzPts val="1368"/>
              <a:buNone/>
              <a:defRPr/>
            </a:lvl3pPr>
            <a:lvl4pPr lvl="3" algn="ctr">
              <a:lnSpc>
                <a:spcPct val="100000"/>
              </a:lnSpc>
              <a:spcBef>
                <a:spcPts val="400"/>
              </a:spcBef>
              <a:spcAft>
                <a:spcPts val="0"/>
              </a:spcAft>
              <a:buSzPts val="1260"/>
              <a:buNone/>
              <a:defRPr/>
            </a:lvl4pPr>
            <a:lvl5pPr lvl="4" algn="ctr">
              <a:lnSpc>
                <a:spcPct val="100000"/>
              </a:lnSpc>
              <a:spcBef>
                <a:spcPts val="300"/>
              </a:spcBef>
              <a:spcAft>
                <a:spcPts val="0"/>
              </a:spcAft>
              <a:buSzPts val="1260"/>
              <a:buNone/>
              <a:defRPr/>
            </a:lvl5pPr>
            <a:lvl6pPr lvl="5" algn="ctr">
              <a:lnSpc>
                <a:spcPct val="100000"/>
              </a:lnSpc>
              <a:spcBef>
                <a:spcPts val="300"/>
              </a:spcBef>
              <a:spcAft>
                <a:spcPts val="0"/>
              </a:spcAft>
              <a:buSzPts val="1350"/>
              <a:buNone/>
              <a:defRPr/>
            </a:lvl6pPr>
            <a:lvl7pPr lvl="6" algn="ctr">
              <a:lnSpc>
                <a:spcPct val="100000"/>
              </a:lnSpc>
              <a:spcBef>
                <a:spcPts val="300"/>
              </a:spcBef>
              <a:spcAft>
                <a:spcPts val="0"/>
              </a:spcAft>
              <a:buSzPts val="1350"/>
              <a:buNone/>
              <a:defRPr/>
            </a:lvl7pPr>
            <a:lvl8pPr lvl="7" algn="ctr">
              <a:lnSpc>
                <a:spcPct val="100000"/>
              </a:lnSpc>
              <a:spcBef>
                <a:spcPts val="300"/>
              </a:spcBef>
              <a:spcAft>
                <a:spcPts val="0"/>
              </a:spcAft>
              <a:buSzPts val="1350"/>
              <a:buNone/>
              <a:defRPr/>
            </a:lvl8pPr>
            <a:lvl9pPr lvl="8" algn="ctr">
              <a:lnSpc>
                <a:spcPct val="100000"/>
              </a:lnSpc>
              <a:spcBef>
                <a:spcPts val="300"/>
              </a:spcBef>
              <a:spcAft>
                <a:spcPts val="0"/>
              </a:spcAft>
              <a:buSzPts val="1350"/>
              <a:buNone/>
              <a:defRPr/>
            </a:lvl9pPr>
          </a:lstStyle>
          <a:p/>
        </p:txBody>
      </p:sp>
      <p:sp>
        <p:nvSpPr>
          <p:cNvPr id="21" name="Google Shape;21;p18"/>
          <p:cNvSpPr txBox="1"/>
          <p:nvPr>
            <p:ph idx="10" type="dt"/>
          </p:nvPr>
        </p:nvSpPr>
        <p:spPr>
          <a:xfrm>
            <a:off x="8534400" y="6355080"/>
            <a:ext cx="3048000" cy="36576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dk2"/>
              </a:buClr>
              <a:buSzPts val="1400"/>
              <a:buFont typeface="Gill Sans"/>
              <a:buNone/>
              <a:defRPr sz="1400"/>
            </a:lvl1pPr>
            <a:lvl2pPr lvl="1" algn="l">
              <a:lnSpc>
                <a:spcPct val="100000"/>
              </a:lnSpc>
              <a:spcBef>
                <a:spcPts val="0"/>
              </a:spcBef>
              <a:spcAft>
                <a:spcPts val="0"/>
              </a:spcAft>
              <a:buClr>
                <a:schemeClr val="dk1"/>
              </a:buClr>
              <a:buSzPts val="1400"/>
              <a:buFont typeface="Gill Sans"/>
              <a:buNone/>
              <a:defRPr/>
            </a:lvl2pPr>
            <a:lvl3pPr lvl="2" algn="l">
              <a:lnSpc>
                <a:spcPct val="100000"/>
              </a:lnSpc>
              <a:spcBef>
                <a:spcPts val="0"/>
              </a:spcBef>
              <a:spcAft>
                <a:spcPts val="0"/>
              </a:spcAft>
              <a:buClr>
                <a:schemeClr val="dk1"/>
              </a:buClr>
              <a:buSzPts val="1400"/>
              <a:buFont typeface="Gill Sans"/>
              <a:buNone/>
              <a:defRPr/>
            </a:lvl3pPr>
            <a:lvl4pPr lvl="3" algn="l">
              <a:lnSpc>
                <a:spcPct val="100000"/>
              </a:lnSpc>
              <a:spcBef>
                <a:spcPts val="0"/>
              </a:spcBef>
              <a:spcAft>
                <a:spcPts val="0"/>
              </a:spcAft>
              <a:buClr>
                <a:schemeClr val="dk1"/>
              </a:buClr>
              <a:buSzPts val="1400"/>
              <a:buFont typeface="Gill Sans"/>
              <a:buNone/>
              <a:defRPr/>
            </a:lvl4pPr>
            <a:lvl5pPr lvl="4" algn="l">
              <a:lnSpc>
                <a:spcPct val="100000"/>
              </a:lnSpc>
              <a:spcBef>
                <a:spcPts val="0"/>
              </a:spcBef>
              <a:spcAft>
                <a:spcPts val="0"/>
              </a:spcAft>
              <a:buClr>
                <a:schemeClr val="dk1"/>
              </a:buClr>
              <a:buSzPts val="1400"/>
              <a:buFont typeface="Gill Sans"/>
              <a:buNone/>
              <a:defRPr/>
            </a:lvl5pPr>
            <a:lvl6pPr lvl="5" algn="l">
              <a:lnSpc>
                <a:spcPct val="100000"/>
              </a:lnSpc>
              <a:spcBef>
                <a:spcPts val="0"/>
              </a:spcBef>
              <a:spcAft>
                <a:spcPts val="0"/>
              </a:spcAft>
              <a:buClr>
                <a:schemeClr val="dk1"/>
              </a:buClr>
              <a:buSzPts val="1400"/>
              <a:buFont typeface="Gill Sans"/>
              <a:buNone/>
              <a:defRPr/>
            </a:lvl6pPr>
            <a:lvl7pPr lvl="6" algn="l">
              <a:lnSpc>
                <a:spcPct val="100000"/>
              </a:lnSpc>
              <a:spcBef>
                <a:spcPts val="0"/>
              </a:spcBef>
              <a:spcAft>
                <a:spcPts val="0"/>
              </a:spcAft>
              <a:buClr>
                <a:schemeClr val="dk1"/>
              </a:buClr>
              <a:buSzPts val="1400"/>
              <a:buFont typeface="Gill Sans"/>
              <a:buNone/>
              <a:defRPr/>
            </a:lvl7pPr>
            <a:lvl8pPr lvl="7" algn="l">
              <a:lnSpc>
                <a:spcPct val="100000"/>
              </a:lnSpc>
              <a:spcBef>
                <a:spcPts val="0"/>
              </a:spcBef>
              <a:spcAft>
                <a:spcPts val="0"/>
              </a:spcAft>
              <a:buClr>
                <a:schemeClr val="dk1"/>
              </a:buClr>
              <a:buSzPts val="1400"/>
              <a:buFont typeface="Gill Sans"/>
              <a:buNone/>
              <a:defRPr/>
            </a:lvl8pPr>
            <a:lvl9pPr lvl="8" algn="l">
              <a:lnSpc>
                <a:spcPct val="100000"/>
              </a:lnSpc>
              <a:spcBef>
                <a:spcPts val="0"/>
              </a:spcBef>
              <a:spcAft>
                <a:spcPts val="0"/>
              </a:spcAft>
              <a:buClr>
                <a:schemeClr val="dk1"/>
              </a:buClr>
              <a:buSzPts val="1400"/>
              <a:buFont typeface="Gill Sans"/>
              <a:buNone/>
              <a:defRPr/>
            </a:lvl9pPr>
          </a:lstStyle>
          <a:p/>
        </p:txBody>
      </p:sp>
      <p:sp>
        <p:nvSpPr>
          <p:cNvPr id="22" name="Google Shape;22;p18"/>
          <p:cNvSpPr txBox="1"/>
          <p:nvPr>
            <p:ph idx="11" type="ftr"/>
          </p:nvPr>
        </p:nvSpPr>
        <p:spPr>
          <a:xfrm>
            <a:off x="3864864" y="6355080"/>
            <a:ext cx="4632960" cy="36576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Clr>
                <a:schemeClr val="dk2"/>
              </a:buClr>
              <a:buSzPts val="1400"/>
              <a:buFont typeface="Gill Sans"/>
              <a:buNone/>
              <a:defRPr/>
            </a:lvl1pPr>
            <a:lvl2pPr lvl="1" algn="l">
              <a:lnSpc>
                <a:spcPct val="100000"/>
              </a:lnSpc>
              <a:spcBef>
                <a:spcPts val="0"/>
              </a:spcBef>
              <a:spcAft>
                <a:spcPts val="0"/>
              </a:spcAft>
              <a:buClr>
                <a:schemeClr val="dk1"/>
              </a:buClr>
              <a:buSzPts val="1400"/>
              <a:buFont typeface="Gill Sans"/>
              <a:buNone/>
              <a:defRPr/>
            </a:lvl2pPr>
            <a:lvl3pPr lvl="2" algn="l">
              <a:lnSpc>
                <a:spcPct val="100000"/>
              </a:lnSpc>
              <a:spcBef>
                <a:spcPts val="0"/>
              </a:spcBef>
              <a:spcAft>
                <a:spcPts val="0"/>
              </a:spcAft>
              <a:buClr>
                <a:schemeClr val="dk1"/>
              </a:buClr>
              <a:buSzPts val="1400"/>
              <a:buFont typeface="Gill Sans"/>
              <a:buNone/>
              <a:defRPr/>
            </a:lvl3pPr>
            <a:lvl4pPr lvl="3" algn="l">
              <a:lnSpc>
                <a:spcPct val="100000"/>
              </a:lnSpc>
              <a:spcBef>
                <a:spcPts val="0"/>
              </a:spcBef>
              <a:spcAft>
                <a:spcPts val="0"/>
              </a:spcAft>
              <a:buClr>
                <a:schemeClr val="dk1"/>
              </a:buClr>
              <a:buSzPts val="1400"/>
              <a:buFont typeface="Gill Sans"/>
              <a:buNone/>
              <a:defRPr/>
            </a:lvl4pPr>
            <a:lvl5pPr lvl="4" algn="l">
              <a:lnSpc>
                <a:spcPct val="100000"/>
              </a:lnSpc>
              <a:spcBef>
                <a:spcPts val="0"/>
              </a:spcBef>
              <a:spcAft>
                <a:spcPts val="0"/>
              </a:spcAft>
              <a:buClr>
                <a:schemeClr val="dk1"/>
              </a:buClr>
              <a:buSzPts val="1400"/>
              <a:buFont typeface="Gill Sans"/>
              <a:buNone/>
              <a:defRPr/>
            </a:lvl5pPr>
            <a:lvl6pPr lvl="5" algn="l">
              <a:lnSpc>
                <a:spcPct val="100000"/>
              </a:lnSpc>
              <a:spcBef>
                <a:spcPts val="0"/>
              </a:spcBef>
              <a:spcAft>
                <a:spcPts val="0"/>
              </a:spcAft>
              <a:buClr>
                <a:schemeClr val="dk1"/>
              </a:buClr>
              <a:buSzPts val="1400"/>
              <a:buFont typeface="Gill Sans"/>
              <a:buNone/>
              <a:defRPr/>
            </a:lvl6pPr>
            <a:lvl7pPr lvl="6" algn="l">
              <a:lnSpc>
                <a:spcPct val="100000"/>
              </a:lnSpc>
              <a:spcBef>
                <a:spcPts val="0"/>
              </a:spcBef>
              <a:spcAft>
                <a:spcPts val="0"/>
              </a:spcAft>
              <a:buClr>
                <a:schemeClr val="dk1"/>
              </a:buClr>
              <a:buSzPts val="1400"/>
              <a:buFont typeface="Gill Sans"/>
              <a:buNone/>
              <a:defRPr/>
            </a:lvl7pPr>
            <a:lvl8pPr lvl="7" algn="l">
              <a:lnSpc>
                <a:spcPct val="100000"/>
              </a:lnSpc>
              <a:spcBef>
                <a:spcPts val="0"/>
              </a:spcBef>
              <a:spcAft>
                <a:spcPts val="0"/>
              </a:spcAft>
              <a:buClr>
                <a:schemeClr val="dk1"/>
              </a:buClr>
              <a:buSzPts val="1400"/>
              <a:buFont typeface="Gill Sans"/>
              <a:buNone/>
              <a:defRPr/>
            </a:lvl8pPr>
            <a:lvl9pPr lvl="8" algn="l">
              <a:lnSpc>
                <a:spcPct val="100000"/>
              </a:lnSpc>
              <a:spcBef>
                <a:spcPts val="0"/>
              </a:spcBef>
              <a:spcAft>
                <a:spcPts val="0"/>
              </a:spcAft>
              <a:buClr>
                <a:schemeClr val="dk1"/>
              </a:buClr>
              <a:buSzPts val="1400"/>
              <a:buFont typeface="Gill Sans"/>
              <a:buNone/>
              <a:defRPr/>
            </a:lvl9pPr>
          </a:lstStyle>
          <a:p/>
        </p:txBody>
      </p:sp>
      <p:sp>
        <p:nvSpPr>
          <p:cNvPr id="23" name="Google Shape;23;p18"/>
          <p:cNvSpPr txBox="1"/>
          <p:nvPr>
            <p:ph idx="12" type="sldNum"/>
          </p:nvPr>
        </p:nvSpPr>
        <p:spPr>
          <a:xfrm>
            <a:off x="1621536" y="6355080"/>
            <a:ext cx="1625600" cy="36576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1pPr>
            <a:lvl2pPr indent="0" lvl="1"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2pPr>
            <a:lvl3pPr indent="0" lvl="2"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3pPr>
            <a:lvl4pPr indent="0" lvl="3"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4pPr>
            <a:lvl5pPr indent="0" lvl="4"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5pPr>
            <a:lvl6pPr indent="0" lvl="5"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6pPr>
            <a:lvl7pPr indent="0" lvl="6"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7pPr>
            <a:lvl8pPr indent="0" lvl="7"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8pPr>
            <a:lvl9pPr indent="0" lvl="8"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9pPr>
          </a:lstStyle>
          <a:p>
            <a:pPr indent="0" lvl="0" marL="0" rtl="0" algn="l">
              <a:spcBef>
                <a:spcPts val="0"/>
              </a:spcBef>
              <a:spcAft>
                <a:spcPts val="0"/>
              </a:spcAft>
              <a:buNone/>
            </a:pPr>
            <a:fld id="{00000000-1234-1234-1234-123412341234}" type="slidenum">
              <a:rPr lang="en-US"/>
              <a:t>‹#›</a:t>
            </a:fld>
            <a:endParaRPr/>
          </a:p>
        </p:txBody>
      </p:sp>
      <p:sp>
        <p:nvSpPr>
          <p:cNvPr id="24" name="Google Shape;24;p18"/>
          <p:cNvSpPr/>
          <p:nvPr/>
        </p:nvSpPr>
        <p:spPr>
          <a:xfrm>
            <a:off x="1206500" y="3648075"/>
            <a:ext cx="9753600" cy="1280160"/>
          </a:xfrm>
          <a:prstGeom prst="rect">
            <a:avLst/>
          </a:prstGeom>
          <a:noFill/>
          <a:ln cap="rnd" cmpd="sng" w="952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25" name="Google Shape;25;p18"/>
          <p:cNvSpPr/>
          <p:nvPr/>
        </p:nvSpPr>
        <p:spPr>
          <a:xfrm>
            <a:off x="1219200" y="5048250"/>
            <a:ext cx="9753600" cy="685800"/>
          </a:xfrm>
          <a:prstGeom prst="rect">
            <a:avLst/>
          </a:prstGeom>
          <a:noFill/>
          <a:ln cap="rnd" cmpd="sng" w="952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26" name="Google Shape;26;p18"/>
          <p:cNvSpPr/>
          <p:nvPr/>
        </p:nvSpPr>
        <p:spPr>
          <a:xfrm>
            <a:off x="1206500" y="3648075"/>
            <a:ext cx="304800" cy="128016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27" name="Google Shape;27;p18"/>
          <p:cNvSpPr/>
          <p:nvPr/>
        </p:nvSpPr>
        <p:spPr>
          <a:xfrm>
            <a:off x="1219200" y="5048250"/>
            <a:ext cx="304800" cy="6858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28" name="Shape 28"/>
        <p:cNvGrpSpPr/>
        <p:nvPr/>
      </p:nvGrpSpPr>
      <p:grpSpPr>
        <a:xfrm>
          <a:off x="0" y="0"/>
          <a:ext cx="0" cy="0"/>
          <a:chOff x="0" y="0"/>
          <a:chExt cx="0" cy="0"/>
        </a:xfrm>
      </p:grpSpPr>
      <p:sp>
        <p:nvSpPr>
          <p:cNvPr id="29" name="Google Shape;29;p19"/>
          <p:cNvSpPr txBox="1"/>
          <p:nvPr>
            <p:ph type="title"/>
          </p:nvPr>
        </p:nvSpPr>
        <p:spPr>
          <a:xfrm>
            <a:off x="609600" y="152400"/>
            <a:ext cx="10972800" cy="9906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9"/>
          <p:cNvSpPr txBox="1"/>
          <p:nvPr>
            <p:ph idx="10" type="dt"/>
          </p:nvPr>
        </p:nvSpPr>
        <p:spPr>
          <a:xfrm>
            <a:off x="8534400" y="6356350"/>
            <a:ext cx="3052064" cy="36576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dk2"/>
              </a:buClr>
              <a:buSzPts val="1400"/>
              <a:buFont typeface="Gill Sans"/>
              <a:buNone/>
              <a:defRPr/>
            </a:lvl1pPr>
            <a:lvl2pPr lvl="1" algn="l">
              <a:lnSpc>
                <a:spcPct val="100000"/>
              </a:lnSpc>
              <a:spcBef>
                <a:spcPts val="0"/>
              </a:spcBef>
              <a:spcAft>
                <a:spcPts val="0"/>
              </a:spcAft>
              <a:buClr>
                <a:schemeClr val="dk1"/>
              </a:buClr>
              <a:buSzPts val="1400"/>
              <a:buFont typeface="Gill Sans"/>
              <a:buNone/>
              <a:defRPr/>
            </a:lvl2pPr>
            <a:lvl3pPr lvl="2" algn="l">
              <a:lnSpc>
                <a:spcPct val="100000"/>
              </a:lnSpc>
              <a:spcBef>
                <a:spcPts val="0"/>
              </a:spcBef>
              <a:spcAft>
                <a:spcPts val="0"/>
              </a:spcAft>
              <a:buClr>
                <a:schemeClr val="dk1"/>
              </a:buClr>
              <a:buSzPts val="1400"/>
              <a:buFont typeface="Gill Sans"/>
              <a:buNone/>
              <a:defRPr/>
            </a:lvl3pPr>
            <a:lvl4pPr lvl="3" algn="l">
              <a:lnSpc>
                <a:spcPct val="100000"/>
              </a:lnSpc>
              <a:spcBef>
                <a:spcPts val="0"/>
              </a:spcBef>
              <a:spcAft>
                <a:spcPts val="0"/>
              </a:spcAft>
              <a:buClr>
                <a:schemeClr val="dk1"/>
              </a:buClr>
              <a:buSzPts val="1400"/>
              <a:buFont typeface="Gill Sans"/>
              <a:buNone/>
              <a:defRPr/>
            </a:lvl4pPr>
            <a:lvl5pPr lvl="4" algn="l">
              <a:lnSpc>
                <a:spcPct val="100000"/>
              </a:lnSpc>
              <a:spcBef>
                <a:spcPts val="0"/>
              </a:spcBef>
              <a:spcAft>
                <a:spcPts val="0"/>
              </a:spcAft>
              <a:buClr>
                <a:schemeClr val="dk1"/>
              </a:buClr>
              <a:buSzPts val="1400"/>
              <a:buFont typeface="Gill Sans"/>
              <a:buNone/>
              <a:defRPr/>
            </a:lvl5pPr>
            <a:lvl6pPr lvl="5" algn="l">
              <a:lnSpc>
                <a:spcPct val="100000"/>
              </a:lnSpc>
              <a:spcBef>
                <a:spcPts val="0"/>
              </a:spcBef>
              <a:spcAft>
                <a:spcPts val="0"/>
              </a:spcAft>
              <a:buClr>
                <a:schemeClr val="dk1"/>
              </a:buClr>
              <a:buSzPts val="1400"/>
              <a:buFont typeface="Gill Sans"/>
              <a:buNone/>
              <a:defRPr/>
            </a:lvl6pPr>
            <a:lvl7pPr lvl="6" algn="l">
              <a:lnSpc>
                <a:spcPct val="100000"/>
              </a:lnSpc>
              <a:spcBef>
                <a:spcPts val="0"/>
              </a:spcBef>
              <a:spcAft>
                <a:spcPts val="0"/>
              </a:spcAft>
              <a:buClr>
                <a:schemeClr val="dk1"/>
              </a:buClr>
              <a:buSzPts val="1400"/>
              <a:buFont typeface="Gill Sans"/>
              <a:buNone/>
              <a:defRPr/>
            </a:lvl7pPr>
            <a:lvl8pPr lvl="7" algn="l">
              <a:lnSpc>
                <a:spcPct val="100000"/>
              </a:lnSpc>
              <a:spcBef>
                <a:spcPts val="0"/>
              </a:spcBef>
              <a:spcAft>
                <a:spcPts val="0"/>
              </a:spcAft>
              <a:buClr>
                <a:schemeClr val="dk1"/>
              </a:buClr>
              <a:buSzPts val="1400"/>
              <a:buFont typeface="Gill Sans"/>
              <a:buNone/>
              <a:defRPr/>
            </a:lvl8pPr>
            <a:lvl9pPr lvl="8" algn="l">
              <a:lnSpc>
                <a:spcPct val="100000"/>
              </a:lnSpc>
              <a:spcBef>
                <a:spcPts val="0"/>
              </a:spcBef>
              <a:spcAft>
                <a:spcPts val="0"/>
              </a:spcAft>
              <a:buClr>
                <a:schemeClr val="dk1"/>
              </a:buClr>
              <a:buSzPts val="1400"/>
              <a:buFont typeface="Gill Sans"/>
              <a:buNone/>
              <a:defRPr/>
            </a:lvl9pPr>
          </a:lstStyle>
          <a:p/>
        </p:txBody>
      </p:sp>
      <p:sp>
        <p:nvSpPr>
          <p:cNvPr id="31" name="Google Shape;31;p19"/>
          <p:cNvSpPr txBox="1"/>
          <p:nvPr>
            <p:ph idx="11" type="ftr"/>
          </p:nvPr>
        </p:nvSpPr>
        <p:spPr>
          <a:xfrm>
            <a:off x="3864864" y="6356350"/>
            <a:ext cx="4673600" cy="36576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Clr>
                <a:schemeClr val="dk2"/>
              </a:buClr>
              <a:buSzPts val="1400"/>
              <a:buFont typeface="Gill Sans"/>
              <a:buNone/>
              <a:defRPr/>
            </a:lvl1pPr>
            <a:lvl2pPr lvl="1" algn="l">
              <a:lnSpc>
                <a:spcPct val="100000"/>
              </a:lnSpc>
              <a:spcBef>
                <a:spcPts val="0"/>
              </a:spcBef>
              <a:spcAft>
                <a:spcPts val="0"/>
              </a:spcAft>
              <a:buClr>
                <a:schemeClr val="dk1"/>
              </a:buClr>
              <a:buSzPts val="1400"/>
              <a:buFont typeface="Gill Sans"/>
              <a:buNone/>
              <a:defRPr/>
            </a:lvl2pPr>
            <a:lvl3pPr lvl="2" algn="l">
              <a:lnSpc>
                <a:spcPct val="100000"/>
              </a:lnSpc>
              <a:spcBef>
                <a:spcPts val="0"/>
              </a:spcBef>
              <a:spcAft>
                <a:spcPts val="0"/>
              </a:spcAft>
              <a:buClr>
                <a:schemeClr val="dk1"/>
              </a:buClr>
              <a:buSzPts val="1400"/>
              <a:buFont typeface="Gill Sans"/>
              <a:buNone/>
              <a:defRPr/>
            </a:lvl3pPr>
            <a:lvl4pPr lvl="3" algn="l">
              <a:lnSpc>
                <a:spcPct val="100000"/>
              </a:lnSpc>
              <a:spcBef>
                <a:spcPts val="0"/>
              </a:spcBef>
              <a:spcAft>
                <a:spcPts val="0"/>
              </a:spcAft>
              <a:buClr>
                <a:schemeClr val="dk1"/>
              </a:buClr>
              <a:buSzPts val="1400"/>
              <a:buFont typeface="Gill Sans"/>
              <a:buNone/>
              <a:defRPr/>
            </a:lvl4pPr>
            <a:lvl5pPr lvl="4" algn="l">
              <a:lnSpc>
                <a:spcPct val="100000"/>
              </a:lnSpc>
              <a:spcBef>
                <a:spcPts val="0"/>
              </a:spcBef>
              <a:spcAft>
                <a:spcPts val="0"/>
              </a:spcAft>
              <a:buClr>
                <a:schemeClr val="dk1"/>
              </a:buClr>
              <a:buSzPts val="1400"/>
              <a:buFont typeface="Gill Sans"/>
              <a:buNone/>
              <a:defRPr/>
            </a:lvl5pPr>
            <a:lvl6pPr lvl="5" algn="l">
              <a:lnSpc>
                <a:spcPct val="100000"/>
              </a:lnSpc>
              <a:spcBef>
                <a:spcPts val="0"/>
              </a:spcBef>
              <a:spcAft>
                <a:spcPts val="0"/>
              </a:spcAft>
              <a:buClr>
                <a:schemeClr val="dk1"/>
              </a:buClr>
              <a:buSzPts val="1400"/>
              <a:buFont typeface="Gill Sans"/>
              <a:buNone/>
              <a:defRPr/>
            </a:lvl6pPr>
            <a:lvl7pPr lvl="6" algn="l">
              <a:lnSpc>
                <a:spcPct val="100000"/>
              </a:lnSpc>
              <a:spcBef>
                <a:spcPts val="0"/>
              </a:spcBef>
              <a:spcAft>
                <a:spcPts val="0"/>
              </a:spcAft>
              <a:buClr>
                <a:schemeClr val="dk1"/>
              </a:buClr>
              <a:buSzPts val="1400"/>
              <a:buFont typeface="Gill Sans"/>
              <a:buNone/>
              <a:defRPr/>
            </a:lvl7pPr>
            <a:lvl8pPr lvl="7" algn="l">
              <a:lnSpc>
                <a:spcPct val="100000"/>
              </a:lnSpc>
              <a:spcBef>
                <a:spcPts val="0"/>
              </a:spcBef>
              <a:spcAft>
                <a:spcPts val="0"/>
              </a:spcAft>
              <a:buClr>
                <a:schemeClr val="dk1"/>
              </a:buClr>
              <a:buSzPts val="1400"/>
              <a:buFont typeface="Gill Sans"/>
              <a:buNone/>
              <a:defRPr/>
            </a:lvl8pPr>
            <a:lvl9pPr lvl="8" algn="l">
              <a:lnSpc>
                <a:spcPct val="100000"/>
              </a:lnSpc>
              <a:spcBef>
                <a:spcPts val="0"/>
              </a:spcBef>
              <a:spcAft>
                <a:spcPts val="0"/>
              </a:spcAft>
              <a:buClr>
                <a:schemeClr val="dk1"/>
              </a:buClr>
              <a:buSzPts val="1400"/>
              <a:buFont typeface="Gill Sans"/>
              <a:buNone/>
              <a:defRPr/>
            </a:lvl9pPr>
          </a:lstStyle>
          <a:p/>
        </p:txBody>
      </p:sp>
      <p:sp>
        <p:nvSpPr>
          <p:cNvPr id="32" name="Google Shape;32;p19"/>
          <p:cNvSpPr txBox="1"/>
          <p:nvPr>
            <p:ph idx="12" type="sldNum"/>
          </p:nvPr>
        </p:nvSpPr>
        <p:spPr>
          <a:xfrm>
            <a:off x="816864" y="6356350"/>
            <a:ext cx="2641600" cy="36576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1pPr>
            <a:lvl2pPr indent="0" lvl="1"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2pPr>
            <a:lvl3pPr indent="0" lvl="2"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3pPr>
            <a:lvl4pPr indent="0" lvl="3"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4pPr>
            <a:lvl5pPr indent="0" lvl="4"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5pPr>
            <a:lvl6pPr indent="0" lvl="5"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6pPr>
            <a:lvl7pPr indent="0" lvl="6"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7pPr>
            <a:lvl8pPr indent="0" lvl="7"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8pPr>
            <a:lvl9pPr indent="0" lvl="8"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9pPr>
          </a:lstStyle>
          <a:p>
            <a:pPr indent="0" lvl="0" marL="0" rtl="0" algn="l">
              <a:spcBef>
                <a:spcPts val="0"/>
              </a:spcBef>
              <a:spcAft>
                <a:spcPts val="0"/>
              </a:spcAft>
              <a:buNone/>
            </a:pPr>
            <a:fld id="{00000000-1234-1234-1234-123412341234}" type="slidenum">
              <a:rPr lang="en-US"/>
              <a:t>‹#›</a:t>
            </a:fld>
            <a:endParaRPr/>
          </a:p>
        </p:txBody>
      </p:sp>
      <p:sp>
        <p:nvSpPr>
          <p:cNvPr id="33" name="Google Shape;33;p19"/>
          <p:cNvSpPr txBox="1"/>
          <p:nvPr>
            <p:ph idx="1" type="body"/>
          </p:nvPr>
        </p:nvSpPr>
        <p:spPr>
          <a:xfrm>
            <a:off x="609600" y="1219200"/>
            <a:ext cx="10972800" cy="4937760"/>
          </a:xfrm>
          <a:prstGeom prst="rect">
            <a:avLst/>
          </a:prstGeom>
          <a:noFill/>
          <a:ln>
            <a:noFill/>
          </a:ln>
        </p:spPr>
        <p:txBody>
          <a:bodyPr anchorCtr="0" anchor="t" bIns="45700" lIns="91425" spcFirstLastPara="1" rIns="91425" wrap="square" tIns="45700">
            <a:normAutofit/>
          </a:bodyPr>
          <a:lstStyle>
            <a:lvl1pPr indent="-315468" lvl="0" marL="457200" algn="l">
              <a:lnSpc>
                <a:spcPct val="100000"/>
              </a:lnSpc>
              <a:spcBef>
                <a:spcPts val="600"/>
              </a:spcBef>
              <a:spcAft>
                <a:spcPts val="0"/>
              </a:spcAft>
              <a:buSzPts val="1368"/>
              <a:buChar char="?"/>
              <a:defRPr/>
            </a:lvl1pPr>
            <a:lvl2pPr indent="-315468" lvl="1" marL="914400" algn="l">
              <a:lnSpc>
                <a:spcPct val="100000"/>
              </a:lnSpc>
              <a:spcBef>
                <a:spcPts val="500"/>
              </a:spcBef>
              <a:spcAft>
                <a:spcPts val="0"/>
              </a:spcAft>
              <a:buSzPts val="1368"/>
              <a:buChar char="?"/>
              <a:defRPr/>
            </a:lvl2pPr>
            <a:lvl3pPr indent="-315467" lvl="2" marL="1371600" algn="l">
              <a:lnSpc>
                <a:spcPct val="100000"/>
              </a:lnSpc>
              <a:spcBef>
                <a:spcPts val="500"/>
              </a:spcBef>
              <a:spcAft>
                <a:spcPts val="0"/>
              </a:spcAft>
              <a:buSzPts val="1368"/>
              <a:buChar char="?"/>
              <a:defRPr/>
            </a:lvl3pPr>
            <a:lvl4pPr indent="-308610" lvl="3" marL="1828800" algn="l">
              <a:lnSpc>
                <a:spcPct val="100000"/>
              </a:lnSpc>
              <a:spcBef>
                <a:spcPts val="400"/>
              </a:spcBef>
              <a:spcAft>
                <a:spcPts val="0"/>
              </a:spcAft>
              <a:buSzPts val="1260"/>
              <a:buChar char="◻"/>
              <a:defRPr/>
            </a:lvl4pPr>
            <a:lvl5pPr indent="-308610" lvl="4" marL="2286000" algn="l">
              <a:lnSpc>
                <a:spcPct val="100000"/>
              </a:lnSpc>
              <a:spcBef>
                <a:spcPts val="300"/>
              </a:spcBef>
              <a:spcAft>
                <a:spcPts val="0"/>
              </a:spcAft>
              <a:buSzPts val="1260"/>
              <a:buChar char="◻"/>
              <a:defRPr/>
            </a:lvl5pPr>
            <a:lvl6pPr indent="-314325" lvl="5" marL="2743200" algn="l">
              <a:lnSpc>
                <a:spcPct val="100000"/>
              </a:lnSpc>
              <a:spcBef>
                <a:spcPts val="300"/>
              </a:spcBef>
              <a:spcAft>
                <a:spcPts val="0"/>
              </a:spcAft>
              <a:buSzPts val="1350"/>
              <a:buChar char="?"/>
              <a:defRPr/>
            </a:lvl6pPr>
            <a:lvl7pPr indent="-314325" lvl="6" marL="3200400" algn="l">
              <a:lnSpc>
                <a:spcPct val="100000"/>
              </a:lnSpc>
              <a:spcBef>
                <a:spcPts val="300"/>
              </a:spcBef>
              <a:spcAft>
                <a:spcPts val="0"/>
              </a:spcAft>
              <a:buSzPts val="1350"/>
              <a:buChar char="?"/>
              <a:defRPr/>
            </a:lvl7pPr>
            <a:lvl8pPr indent="-314325" lvl="7" marL="3657600" algn="l">
              <a:lnSpc>
                <a:spcPct val="100000"/>
              </a:lnSpc>
              <a:spcBef>
                <a:spcPts val="300"/>
              </a:spcBef>
              <a:spcAft>
                <a:spcPts val="0"/>
              </a:spcAft>
              <a:buSzPts val="1350"/>
              <a:buChar char="?"/>
              <a:defRPr/>
            </a:lvl8pPr>
            <a:lvl9pPr indent="-314325" lvl="8" marL="4114800" algn="l">
              <a:lnSpc>
                <a:spcPct val="100000"/>
              </a:lnSpc>
              <a:spcBef>
                <a:spcPts val="300"/>
              </a:spcBef>
              <a:spcAft>
                <a:spcPts val="0"/>
              </a:spcAft>
              <a:buSzPts val="135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ólo el título" type="titleOnly">
  <p:cSld name="TITLE_ONLY">
    <p:spTree>
      <p:nvGrpSpPr>
        <p:cNvPr id="34" name="Shape 34"/>
        <p:cNvGrpSpPr/>
        <p:nvPr/>
      </p:nvGrpSpPr>
      <p:grpSpPr>
        <a:xfrm>
          <a:off x="0" y="0"/>
          <a:ext cx="0" cy="0"/>
          <a:chOff x="0" y="0"/>
          <a:chExt cx="0" cy="0"/>
        </a:xfrm>
      </p:grpSpPr>
      <p:sp>
        <p:nvSpPr>
          <p:cNvPr id="35" name="Google Shape;35;p20"/>
          <p:cNvSpPr txBox="1"/>
          <p:nvPr>
            <p:ph type="title"/>
          </p:nvPr>
        </p:nvSpPr>
        <p:spPr>
          <a:xfrm>
            <a:off x="609600" y="228600"/>
            <a:ext cx="10972800" cy="9144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20"/>
          <p:cNvSpPr txBox="1"/>
          <p:nvPr>
            <p:ph idx="10" type="dt"/>
          </p:nvPr>
        </p:nvSpPr>
        <p:spPr>
          <a:xfrm>
            <a:off x="8534400" y="6356350"/>
            <a:ext cx="3052064" cy="36576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dk2"/>
              </a:buClr>
              <a:buSzPts val="1400"/>
              <a:buFont typeface="Gill Sans"/>
              <a:buNone/>
              <a:defRPr/>
            </a:lvl1pPr>
            <a:lvl2pPr lvl="1" algn="l">
              <a:lnSpc>
                <a:spcPct val="100000"/>
              </a:lnSpc>
              <a:spcBef>
                <a:spcPts val="0"/>
              </a:spcBef>
              <a:spcAft>
                <a:spcPts val="0"/>
              </a:spcAft>
              <a:buClr>
                <a:schemeClr val="dk1"/>
              </a:buClr>
              <a:buSzPts val="1400"/>
              <a:buFont typeface="Gill Sans"/>
              <a:buNone/>
              <a:defRPr/>
            </a:lvl2pPr>
            <a:lvl3pPr lvl="2" algn="l">
              <a:lnSpc>
                <a:spcPct val="100000"/>
              </a:lnSpc>
              <a:spcBef>
                <a:spcPts val="0"/>
              </a:spcBef>
              <a:spcAft>
                <a:spcPts val="0"/>
              </a:spcAft>
              <a:buClr>
                <a:schemeClr val="dk1"/>
              </a:buClr>
              <a:buSzPts val="1400"/>
              <a:buFont typeface="Gill Sans"/>
              <a:buNone/>
              <a:defRPr/>
            </a:lvl3pPr>
            <a:lvl4pPr lvl="3" algn="l">
              <a:lnSpc>
                <a:spcPct val="100000"/>
              </a:lnSpc>
              <a:spcBef>
                <a:spcPts val="0"/>
              </a:spcBef>
              <a:spcAft>
                <a:spcPts val="0"/>
              </a:spcAft>
              <a:buClr>
                <a:schemeClr val="dk1"/>
              </a:buClr>
              <a:buSzPts val="1400"/>
              <a:buFont typeface="Gill Sans"/>
              <a:buNone/>
              <a:defRPr/>
            </a:lvl4pPr>
            <a:lvl5pPr lvl="4" algn="l">
              <a:lnSpc>
                <a:spcPct val="100000"/>
              </a:lnSpc>
              <a:spcBef>
                <a:spcPts val="0"/>
              </a:spcBef>
              <a:spcAft>
                <a:spcPts val="0"/>
              </a:spcAft>
              <a:buClr>
                <a:schemeClr val="dk1"/>
              </a:buClr>
              <a:buSzPts val="1400"/>
              <a:buFont typeface="Gill Sans"/>
              <a:buNone/>
              <a:defRPr/>
            </a:lvl5pPr>
            <a:lvl6pPr lvl="5" algn="l">
              <a:lnSpc>
                <a:spcPct val="100000"/>
              </a:lnSpc>
              <a:spcBef>
                <a:spcPts val="0"/>
              </a:spcBef>
              <a:spcAft>
                <a:spcPts val="0"/>
              </a:spcAft>
              <a:buClr>
                <a:schemeClr val="dk1"/>
              </a:buClr>
              <a:buSzPts val="1400"/>
              <a:buFont typeface="Gill Sans"/>
              <a:buNone/>
              <a:defRPr/>
            </a:lvl6pPr>
            <a:lvl7pPr lvl="6" algn="l">
              <a:lnSpc>
                <a:spcPct val="100000"/>
              </a:lnSpc>
              <a:spcBef>
                <a:spcPts val="0"/>
              </a:spcBef>
              <a:spcAft>
                <a:spcPts val="0"/>
              </a:spcAft>
              <a:buClr>
                <a:schemeClr val="dk1"/>
              </a:buClr>
              <a:buSzPts val="1400"/>
              <a:buFont typeface="Gill Sans"/>
              <a:buNone/>
              <a:defRPr/>
            </a:lvl7pPr>
            <a:lvl8pPr lvl="7" algn="l">
              <a:lnSpc>
                <a:spcPct val="100000"/>
              </a:lnSpc>
              <a:spcBef>
                <a:spcPts val="0"/>
              </a:spcBef>
              <a:spcAft>
                <a:spcPts val="0"/>
              </a:spcAft>
              <a:buClr>
                <a:schemeClr val="dk1"/>
              </a:buClr>
              <a:buSzPts val="1400"/>
              <a:buFont typeface="Gill Sans"/>
              <a:buNone/>
              <a:defRPr/>
            </a:lvl8pPr>
            <a:lvl9pPr lvl="8" algn="l">
              <a:lnSpc>
                <a:spcPct val="100000"/>
              </a:lnSpc>
              <a:spcBef>
                <a:spcPts val="0"/>
              </a:spcBef>
              <a:spcAft>
                <a:spcPts val="0"/>
              </a:spcAft>
              <a:buClr>
                <a:schemeClr val="dk1"/>
              </a:buClr>
              <a:buSzPts val="1400"/>
              <a:buFont typeface="Gill Sans"/>
              <a:buNone/>
              <a:defRPr/>
            </a:lvl9pPr>
          </a:lstStyle>
          <a:p/>
        </p:txBody>
      </p:sp>
      <p:sp>
        <p:nvSpPr>
          <p:cNvPr id="37" name="Google Shape;37;p20"/>
          <p:cNvSpPr txBox="1"/>
          <p:nvPr>
            <p:ph idx="11" type="ftr"/>
          </p:nvPr>
        </p:nvSpPr>
        <p:spPr>
          <a:xfrm>
            <a:off x="3864864" y="6356350"/>
            <a:ext cx="4673600" cy="36576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Clr>
                <a:schemeClr val="dk2"/>
              </a:buClr>
              <a:buSzPts val="1400"/>
              <a:buFont typeface="Gill Sans"/>
              <a:buNone/>
              <a:defRPr/>
            </a:lvl1pPr>
            <a:lvl2pPr lvl="1" algn="l">
              <a:lnSpc>
                <a:spcPct val="100000"/>
              </a:lnSpc>
              <a:spcBef>
                <a:spcPts val="0"/>
              </a:spcBef>
              <a:spcAft>
                <a:spcPts val="0"/>
              </a:spcAft>
              <a:buClr>
                <a:schemeClr val="dk1"/>
              </a:buClr>
              <a:buSzPts val="1400"/>
              <a:buFont typeface="Gill Sans"/>
              <a:buNone/>
              <a:defRPr/>
            </a:lvl2pPr>
            <a:lvl3pPr lvl="2" algn="l">
              <a:lnSpc>
                <a:spcPct val="100000"/>
              </a:lnSpc>
              <a:spcBef>
                <a:spcPts val="0"/>
              </a:spcBef>
              <a:spcAft>
                <a:spcPts val="0"/>
              </a:spcAft>
              <a:buClr>
                <a:schemeClr val="dk1"/>
              </a:buClr>
              <a:buSzPts val="1400"/>
              <a:buFont typeface="Gill Sans"/>
              <a:buNone/>
              <a:defRPr/>
            </a:lvl3pPr>
            <a:lvl4pPr lvl="3" algn="l">
              <a:lnSpc>
                <a:spcPct val="100000"/>
              </a:lnSpc>
              <a:spcBef>
                <a:spcPts val="0"/>
              </a:spcBef>
              <a:spcAft>
                <a:spcPts val="0"/>
              </a:spcAft>
              <a:buClr>
                <a:schemeClr val="dk1"/>
              </a:buClr>
              <a:buSzPts val="1400"/>
              <a:buFont typeface="Gill Sans"/>
              <a:buNone/>
              <a:defRPr/>
            </a:lvl4pPr>
            <a:lvl5pPr lvl="4" algn="l">
              <a:lnSpc>
                <a:spcPct val="100000"/>
              </a:lnSpc>
              <a:spcBef>
                <a:spcPts val="0"/>
              </a:spcBef>
              <a:spcAft>
                <a:spcPts val="0"/>
              </a:spcAft>
              <a:buClr>
                <a:schemeClr val="dk1"/>
              </a:buClr>
              <a:buSzPts val="1400"/>
              <a:buFont typeface="Gill Sans"/>
              <a:buNone/>
              <a:defRPr/>
            </a:lvl5pPr>
            <a:lvl6pPr lvl="5" algn="l">
              <a:lnSpc>
                <a:spcPct val="100000"/>
              </a:lnSpc>
              <a:spcBef>
                <a:spcPts val="0"/>
              </a:spcBef>
              <a:spcAft>
                <a:spcPts val="0"/>
              </a:spcAft>
              <a:buClr>
                <a:schemeClr val="dk1"/>
              </a:buClr>
              <a:buSzPts val="1400"/>
              <a:buFont typeface="Gill Sans"/>
              <a:buNone/>
              <a:defRPr/>
            </a:lvl6pPr>
            <a:lvl7pPr lvl="6" algn="l">
              <a:lnSpc>
                <a:spcPct val="100000"/>
              </a:lnSpc>
              <a:spcBef>
                <a:spcPts val="0"/>
              </a:spcBef>
              <a:spcAft>
                <a:spcPts val="0"/>
              </a:spcAft>
              <a:buClr>
                <a:schemeClr val="dk1"/>
              </a:buClr>
              <a:buSzPts val="1400"/>
              <a:buFont typeface="Gill Sans"/>
              <a:buNone/>
              <a:defRPr/>
            </a:lvl7pPr>
            <a:lvl8pPr lvl="7" algn="l">
              <a:lnSpc>
                <a:spcPct val="100000"/>
              </a:lnSpc>
              <a:spcBef>
                <a:spcPts val="0"/>
              </a:spcBef>
              <a:spcAft>
                <a:spcPts val="0"/>
              </a:spcAft>
              <a:buClr>
                <a:schemeClr val="dk1"/>
              </a:buClr>
              <a:buSzPts val="1400"/>
              <a:buFont typeface="Gill Sans"/>
              <a:buNone/>
              <a:defRPr/>
            </a:lvl8pPr>
            <a:lvl9pPr lvl="8" algn="l">
              <a:lnSpc>
                <a:spcPct val="100000"/>
              </a:lnSpc>
              <a:spcBef>
                <a:spcPts val="0"/>
              </a:spcBef>
              <a:spcAft>
                <a:spcPts val="0"/>
              </a:spcAft>
              <a:buClr>
                <a:schemeClr val="dk1"/>
              </a:buClr>
              <a:buSzPts val="1400"/>
              <a:buFont typeface="Gill Sans"/>
              <a:buNone/>
              <a:defRPr/>
            </a:lvl9pPr>
          </a:lstStyle>
          <a:p/>
        </p:txBody>
      </p:sp>
      <p:sp>
        <p:nvSpPr>
          <p:cNvPr id="38" name="Google Shape;38;p20"/>
          <p:cNvSpPr txBox="1"/>
          <p:nvPr>
            <p:ph idx="12" type="sldNum"/>
          </p:nvPr>
        </p:nvSpPr>
        <p:spPr>
          <a:xfrm>
            <a:off x="816864" y="6356350"/>
            <a:ext cx="2641600" cy="36576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1pPr>
            <a:lvl2pPr indent="0" lvl="1"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2pPr>
            <a:lvl3pPr indent="0" lvl="2"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3pPr>
            <a:lvl4pPr indent="0" lvl="3"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4pPr>
            <a:lvl5pPr indent="0" lvl="4"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5pPr>
            <a:lvl6pPr indent="0" lvl="5"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6pPr>
            <a:lvl7pPr indent="0" lvl="6"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7pPr>
            <a:lvl8pPr indent="0" lvl="7"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8pPr>
            <a:lvl9pPr indent="0" lvl="8"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9pPr>
          </a:lstStyle>
          <a:p>
            <a:pPr indent="0" lvl="0" marL="0" rtl="0" algn="l">
              <a:spcBef>
                <a:spcPts val="0"/>
              </a:spcBef>
              <a:spcAft>
                <a:spcPts val="0"/>
              </a:spcAft>
              <a:buNone/>
            </a:pPr>
            <a:fld id="{00000000-1234-1234-1234-123412341234}" type="slidenum">
              <a:rPr lang="en-US"/>
              <a:t>‹#›</a:t>
            </a:fld>
            <a:endParaRPr/>
          </a:p>
        </p:txBody>
      </p:sp>
      <p:sp>
        <p:nvSpPr>
          <p:cNvPr id="39" name="Google Shape;39;p20"/>
          <p:cNvSpPr/>
          <p:nvPr/>
        </p:nvSpPr>
        <p:spPr>
          <a:xfrm rot="5400000">
            <a:off x="590614" y="6447425"/>
            <a:ext cx="190849" cy="160418"/>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showMasterSp="0" type="blank">
  <p:cSld name="BLANK">
    <p:spTree>
      <p:nvGrpSpPr>
        <p:cNvPr id="40" name="Shape 40"/>
        <p:cNvGrpSpPr/>
        <p:nvPr/>
      </p:nvGrpSpPr>
      <p:grpSpPr>
        <a:xfrm>
          <a:off x="0" y="0"/>
          <a:ext cx="0" cy="0"/>
          <a:chOff x="0" y="0"/>
          <a:chExt cx="0" cy="0"/>
        </a:xfrm>
      </p:grpSpPr>
      <p:sp>
        <p:nvSpPr>
          <p:cNvPr id="41" name="Google Shape;41;p21"/>
          <p:cNvSpPr txBox="1"/>
          <p:nvPr>
            <p:ph idx="10" type="dt"/>
          </p:nvPr>
        </p:nvSpPr>
        <p:spPr>
          <a:xfrm>
            <a:off x="8534400" y="6356350"/>
            <a:ext cx="3052064" cy="36576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dk2"/>
              </a:buClr>
              <a:buSzPts val="1400"/>
              <a:buFont typeface="Gill Sans"/>
              <a:buNone/>
              <a:defRPr/>
            </a:lvl1pPr>
            <a:lvl2pPr lvl="1" algn="l">
              <a:lnSpc>
                <a:spcPct val="100000"/>
              </a:lnSpc>
              <a:spcBef>
                <a:spcPts val="0"/>
              </a:spcBef>
              <a:spcAft>
                <a:spcPts val="0"/>
              </a:spcAft>
              <a:buClr>
                <a:schemeClr val="dk1"/>
              </a:buClr>
              <a:buSzPts val="1400"/>
              <a:buFont typeface="Gill Sans"/>
              <a:buNone/>
              <a:defRPr/>
            </a:lvl2pPr>
            <a:lvl3pPr lvl="2" algn="l">
              <a:lnSpc>
                <a:spcPct val="100000"/>
              </a:lnSpc>
              <a:spcBef>
                <a:spcPts val="0"/>
              </a:spcBef>
              <a:spcAft>
                <a:spcPts val="0"/>
              </a:spcAft>
              <a:buClr>
                <a:schemeClr val="dk1"/>
              </a:buClr>
              <a:buSzPts val="1400"/>
              <a:buFont typeface="Gill Sans"/>
              <a:buNone/>
              <a:defRPr/>
            </a:lvl3pPr>
            <a:lvl4pPr lvl="3" algn="l">
              <a:lnSpc>
                <a:spcPct val="100000"/>
              </a:lnSpc>
              <a:spcBef>
                <a:spcPts val="0"/>
              </a:spcBef>
              <a:spcAft>
                <a:spcPts val="0"/>
              </a:spcAft>
              <a:buClr>
                <a:schemeClr val="dk1"/>
              </a:buClr>
              <a:buSzPts val="1400"/>
              <a:buFont typeface="Gill Sans"/>
              <a:buNone/>
              <a:defRPr/>
            </a:lvl4pPr>
            <a:lvl5pPr lvl="4" algn="l">
              <a:lnSpc>
                <a:spcPct val="100000"/>
              </a:lnSpc>
              <a:spcBef>
                <a:spcPts val="0"/>
              </a:spcBef>
              <a:spcAft>
                <a:spcPts val="0"/>
              </a:spcAft>
              <a:buClr>
                <a:schemeClr val="dk1"/>
              </a:buClr>
              <a:buSzPts val="1400"/>
              <a:buFont typeface="Gill Sans"/>
              <a:buNone/>
              <a:defRPr/>
            </a:lvl5pPr>
            <a:lvl6pPr lvl="5" algn="l">
              <a:lnSpc>
                <a:spcPct val="100000"/>
              </a:lnSpc>
              <a:spcBef>
                <a:spcPts val="0"/>
              </a:spcBef>
              <a:spcAft>
                <a:spcPts val="0"/>
              </a:spcAft>
              <a:buClr>
                <a:schemeClr val="dk1"/>
              </a:buClr>
              <a:buSzPts val="1400"/>
              <a:buFont typeface="Gill Sans"/>
              <a:buNone/>
              <a:defRPr/>
            </a:lvl6pPr>
            <a:lvl7pPr lvl="6" algn="l">
              <a:lnSpc>
                <a:spcPct val="100000"/>
              </a:lnSpc>
              <a:spcBef>
                <a:spcPts val="0"/>
              </a:spcBef>
              <a:spcAft>
                <a:spcPts val="0"/>
              </a:spcAft>
              <a:buClr>
                <a:schemeClr val="dk1"/>
              </a:buClr>
              <a:buSzPts val="1400"/>
              <a:buFont typeface="Gill Sans"/>
              <a:buNone/>
              <a:defRPr/>
            </a:lvl7pPr>
            <a:lvl8pPr lvl="7" algn="l">
              <a:lnSpc>
                <a:spcPct val="100000"/>
              </a:lnSpc>
              <a:spcBef>
                <a:spcPts val="0"/>
              </a:spcBef>
              <a:spcAft>
                <a:spcPts val="0"/>
              </a:spcAft>
              <a:buClr>
                <a:schemeClr val="dk1"/>
              </a:buClr>
              <a:buSzPts val="1400"/>
              <a:buFont typeface="Gill Sans"/>
              <a:buNone/>
              <a:defRPr/>
            </a:lvl8pPr>
            <a:lvl9pPr lvl="8" algn="l">
              <a:lnSpc>
                <a:spcPct val="100000"/>
              </a:lnSpc>
              <a:spcBef>
                <a:spcPts val="0"/>
              </a:spcBef>
              <a:spcAft>
                <a:spcPts val="0"/>
              </a:spcAft>
              <a:buClr>
                <a:schemeClr val="dk1"/>
              </a:buClr>
              <a:buSzPts val="1400"/>
              <a:buFont typeface="Gill Sans"/>
              <a:buNone/>
              <a:defRPr/>
            </a:lvl9pPr>
          </a:lstStyle>
          <a:p/>
        </p:txBody>
      </p:sp>
      <p:sp>
        <p:nvSpPr>
          <p:cNvPr id="42" name="Google Shape;42;p21"/>
          <p:cNvSpPr txBox="1"/>
          <p:nvPr>
            <p:ph idx="11" type="ftr"/>
          </p:nvPr>
        </p:nvSpPr>
        <p:spPr>
          <a:xfrm>
            <a:off x="3864864" y="6356350"/>
            <a:ext cx="4673600" cy="36576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Clr>
                <a:schemeClr val="dk2"/>
              </a:buClr>
              <a:buSzPts val="1400"/>
              <a:buFont typeface="Gill Sans"/>
              <a:buNone/>
              <a:defRPr/>
            </a:lvl1pPr>
            <a:lvl2pPr lvl="1" algn="l">
              <a:lnSpc>
                <a:spcPct val="100000"/>
              </a:lnSpc>
              <a:spcBef>
                <a:spcPts val="0"/>
              </a:spcBef>
              <a:spcAft>
                <a:spcPts val="0"/>
              </a:spcAft>
              <a:buClr>
                <a:schemeClr val="dk1"/>
              </a:buClr>
              <a:buSzPts val="1400"/>
              <a:buFont typeface="Gill Sans"/>
              <a:buNone/>
              <a:defRPr/>
            </a:lvl2pPr>
            <a:lvl3pPr lvl="2" algn="l">
              <a:lnSpc>
                <a:spcPct val="100000"/>
              </a:lnSpc>
              <a:spcBef>
                <a:spcPts val="0"/>
              </a:spcBef>
              <a:spcAft>
                <a:spcPts val="0"/>
              </a:spcAft>
              <a:buClr>
                <a:schemeClr val="dk1"/>
              </a:buClr>
              <a:buSzPts val="1400"/>
              <a:buFont typeface="Gill Sans"/>
              <a:buNone/>
              <a:defRPr/>
            </a:lvl3pPr>
            <a:lvl4pPr lvl="3" algn="l">
              <a:lnSpc>
                <a:spcPct val="100000"/>
              </a:lnSpc>
              <a:spcBef>
                <a:spcPts val="0"/>
              </a:spcBef>
              <a:spcAft>
                <a:spcPts val="0"/>
              </a:spcAft>
              <a:buClr>
                <a:schemeClr val="dk1"/>
              </a:buClr>
              <a:buSzPts val="1400"/>
              <a:buFont typeface="Gill Sans"/>
              <a:buNone/>
              <a:defRPr/>
            </a:lvl4pPr>
            <a:lvl5pPr lvl="4" algn="l">
              <a:lnSpc>
                <a:spcPct val="100000"/>
              </a:lnSpc>
              <a:spcBef>
                <a:spcPts val="0"/>
              </a:spcBef>
              <a:spcAft>
                <a:spcPts val="0"/>
              </a:spcAft>
              <a:buClr>
                <a:schemeClr val="dk1"/>
              </a:buClr>
              <a:buSzPts val="1400"/>
              <a:buFont typeface="Gill Sans"/>
              <a:buNone/>
              <a:defRPr/>
            </a:lvl5pPr>
            <a:lvl6pPr lvl="5" algn="l">
              <a:lnSpc>
                <a:spcPct val="100000"/>
              </a:lnSpc>
              <a:spcBef>
                <a:spcPts val="0"/>
              </a:spcBef>
              <a:spcAft>
                <a:spcPts val="0"/>
              </a:spcAft>
              <a:buClr>
                <a:schemeClr val="dk1"/>
              </a:buClr>
              <a:buSzPts val="1400"/>
              <a:buFont typeface="Gill Sans"/>
              <a:buNone/>
              <a:defRPr/>
            </a:lvl6pPr>
            <a:lvl7pPr lvl="6" algn="l">
              <a:lnSpc>
                <a:spcPct val="100000"/>
              </a:lnSpc>
              <a:spcBef>
                <a:spcPts val="0"/>
              </a:spcBef>
              <a:spcAft>
                <a:spcPts val="0"/>
              </a:spcAft>
              <a:buClr>
                <a:schemeClr val="dk1"/>
              </a:buClr>
              <a:buSzPts val="1400"/>
              <a:buFont typeface="Gill Sans"/>
              <a:buNone/>
              <a:defRPr/>
            </a:lvl7pPr>
            <a:lvl8pPr lvl="7" algn="l">
              <a:lnSpc>
                <a:spcPct val="100000"/>
              </a:lnSpc>
              <a:spcBef>
                <a:spcPts val="0"/>
              </a:spcBef>
              <a:spcAft>
                <a:spcPts val="0"/>
              </a:spcAft>
              <a:buClr>
                <a:schemeClr val="dk1"/>
              </a:buClr>
              <a:buSzPts val="1400"/>
              <a:buFont typeface="Gill Sans"/>
              <a:buNone/>
              <a:defRPr/>
            </a:lvl8pPr>
            <a:lvl9pPr lvl="8" algn="l">
              <a:lnSpc>
                <a:spcPct val="100000"/>
              </a:lnSpc>
              <a:spcBef>
                <a:spcPts val="0"/>
              </a:spcBef>
              <a:spcAft>
                <a:spcPts val="0"/>
              </a:spcAft>
              <a:buClr>
                <a:schemeClr val="dk1"/>
              </a:buClr>
              <a:buSzPts val="1400"/>
              <a:buFont typeface="Gill Sans"/>
              <a:buNone/>
              <a:defRPr/>
            </a:lvl9pPr>
          </a:lstStyle>
          <a:p/>
        </p:txBody>
      </p:sp>
      <p:sp>
        <p:nvSpPr>
          <p:cNvPr id="43" name="Google Shape;43;p21"/>
          <p:cNvSpPr txBox="1"/>
          <p:nvPr>
            <p:ph idx="12" type="sldNum"/>
          </p:nvPr>
        </p:nvSpPr>
        <p:spPr>
          <a:xfrm>
            <a:off x="816864" y="6356350"/>
            <a:ext cx="2641600" cy="36576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1pPr>
            <a:lvl2pPr indent="0" lvl="1"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2pPr>
            <a:lvl3pPr indent="0" lvl="2"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3pPr>
            <a:lvl4pPr indent="0" lvl="3"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4pPr>
            <a:lvl5pPr indent="0" lvl="4"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5pPr>
            <a:lvl6pPr indent="0" lvl="5"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6pPr>
            <a:lvl7pPr indent="0" lvl="6"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7pPr>
            <a:lvl8pPr indent="0" lvl="7"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8pPr>
            <a:lvl9pPr indent="0" lvl="8"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9pPr>
          </a:lstStyle>
          <a:p>
            <a:pPr indent="0" lvl="0" marL="0" rtl="0" algn="l">
              <a:spcBef>
                <a:spcPts val="0"/>
              </a:spcBef>
              <a:spcAft>
                <a:spcPts val="0"/>
              </a:spcAft>
              <a:buNone/>
            </a:pPr>
            <a:fld id="{00000000-1234-1234-1234-123412341234}" type="slidenum">
              <a:rPr lang="en-US"/>
              <a:t>‹#›</a:t>
            </a:fld>
            <a:endParaRPr/>
          </a:p>
        </p:txBody>
      </p:sp>
      <p:cxnSp>
        <p:nvCxnSpPr>
          <p:cNvPr id="44" name="Google Shape;44;p21"/>
          <p:cNvCxnSpPr/>
          <p:nvPr/>
        </p:nvCxnSpPr>
        <p:spPr>
          <a:xfrm>
            <a:off x="609600" y="6353175"/>
            <a:ext cx="10972800" cy="0"/>
          </a:xfrm>
          <a:prstGeom prst="straightConnector1">
            <a:avLst/>
          </a:prstGeom>
          <a:noFill/>
          <a:ln cap="flat" cmpd="sng" w="9525">
            <a:solidFill>
              <a:schemeClr val="accent2"/>
            </a:solidFill>
            <a:prstDash val="dash"/>
            <a:round/>
            <a:headEnd len="sm" w="sm" type="none"/>
            <a:tailEnd len="sm" w="sm" type="none"/>
          </a:ln>
        </p:spPr>
      </p:cxnSp>
      <p:sp>
        <p:nvSpPr>
          <p:cNvPr id="45" name="Google Shape;45;p21"/>
          <p:cNvSpPr/>
          <p:nvPr/>
        </p:nvSpPr>
        <p:spPr>
          <a:xfrm rot="5400000">
            <a:off x="590614" y="6447425"/>
            <a:ext cx="190849" cy="160418"/>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seño personalizado">
  <p:cSld name="Diseño personalizado">
    <p:spTree>
      <p:nvGrpSpPr>
        <p:cNvPr id="46" name="Shape 46"/>
        <p:cNvGrpSpPr/>
        <p:nvPr/>
      </p:nvGrpSpPr>
      <p:grpSpPr>
        <a:xfrm>
          <a:off x="0" y="0"/>
          <a:ext cx="0" cy="0"/>
          <a:chOff x="0" y="0"/>
          <a:chExt cx="0" cy="0"/>
        </a:xfrm>
      </p:grpSpPr>
      <p:sp>
        <p:nvSpPr>
          <p:cNvPr id="47" name="Google Shape;47;p22"/>
          <p:cNvSpPr txBox="1"/>
          <p:nvPr>
            <p:ph type="title"/>
          </p:nvPr>
        </p:nvSpPr>
        <p:spPr>
          <a:xfrm>
            <a:off x="609600" y="152400"/>
            <a:ext cx="10972800" cy="9906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2"/>
          <p:cNvSpPr txBox="1"/>
          <p:nvPr>
            <p:ph idx="11" type="ftr"/>
          </p:nvPr>
        </p:nvSpPr>
        <p:spPr>
          <a:xfrm>
            <a:off x="4241634" y="6459795"/>
            <a:ext cx="5183433" cy="365125"/>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Clr>
                <a:schemeClr val="dk2"/>
              </a:buClr>
              <a:buSzPts val="1400"/>
              <a:buFont typeface="Gill Sans"/>
              <a:buNone/>
              <a:defRPr/>
            </a:lvl1pPr>
            <a:lvl2pPr lvl="1" algn="l">
              <a:lnSpc>
                <a:spcPct val="100000"/>
              </a:lnSpc>
              <a:spcBef>
                <a:spcPts val="0"/>
              </a:spcBef>
              <a:spcAft>
                <a:spcPts val="0"/>
              </a:spcAft>
              <a:buClr>
                <a:schemeClr val="dk1"/>
              </a:buClr>
              <a:buSzPts val="1400"/>
              <a:buFont typeface="Gill Sans"/>
              <a:buNone/>
              <a:defRPr/>
            </a:lvl2pPr>
            <a:lvl3pPr lvl="2" algn="l">
              <a:lnSpc>
                <a:spcPct val="100000"/>
              </a:lnSpc>
              <a:spcBef>
                <a:spcPts val="0"/>
              </a:spcBef>
              <a:spcAft>
                <a:spcPts val="0"/>
              </a:spcAft>
              <a:buClr>
                <a:schemeClr val="dk1"/>
              </a:buClr>
              <a:buSzPts val="1400"/>
              <a:buFont typeface="Gill Sans"/>
              <a:buNone/>
              <a:defRPr/>
            </a:lvl3pPr>
            <a:lvl4pPr lvl="3" algn="l">
              <a:lnSpc>
                <a:spcPct val="100000"/>
              </a:lnSpc>
              <a:spcBef>
                <a:spcPts val="0"/>
              </a:spcBef>
              <a:spcAft>
                <a:spcPts val="0"/>
              </a:spcAft>
              <a:buClr>
                <a:schemeClr val="dk1"/>
              </a:buClr>
              <a:buSzPts val="1400"/>
              <a:buFont typeface="Gill Sans"/>
              <a:buNone/>
              <a:defRPr/>
            </a:lvl4pPr>
            <a:lvl5pPr lvl="4" algn="l">
              <a:lnSpc>
                <a:spcPct val="100000"/>
              </a:lnSpc>
              <a:spcBef>
                <a:spcPts val="0"/>
              </a:spcBef>
              <a:spcAft>
                <a:spcPts val="0"/>
              </a:spcAft>
              <a:buClr>
                <a:schemeClr val="dk1"/>
              </a:buClr>
              <a:buSzPts val="1400"/>
              <a:buFont typeface="Gill Sans"/>
              <a:buNone/>
              <a:defRPr/>
            </a:lvl5pPr>
            <a:lvl6pPr lvl="5" algn="l">
              <a:lnSpc>
                <a:spcPct val="100000"/>
              </a:lnSpc>
              <a:spcBef>
                <a:spcPts val="0"/>
              </a:spcBef>
              <a:spcAft>
                <a:spcPts val="0"/>
              </a:spcAft>
              <a:buClr>
                <a:schemeClr val="dk1"/>
              </a:buClr>
              <a:buSzPts val="1400"/>
              <a:buFont typeface="Gill Sans"/>
              <a:buNone/>
              <a:defRPr/>
            </a:lvl6pPr>
            <a:lvl7pPr lvl="6" algn="l">
              <a:lnSpc>
                <a:spcPct val="100000"/>
              </a:lnSpc>
              <a:spcBef>
                <a:spcPts val="0"/>
              </a:spcBef>
              <a:spcAft>
                <a:spcPts val="0"/>
              </a:spcAft>
              <a:buClr>
                <a:schemeClr val="dk1"/>
              </a:buClr>
              <a:buSzPts val="1400"/>
              <a:buFont typeface="Gill Sans"/>
              <a:buNone/>
              <a:defRPr/>
            </a:lvl7pPr>
            <a:lvl8pPr lvl="7" algn="l">
              <a:lnSpc>
                <a:spcPct val="100000"/>
              </a:lnSpc>
              <a:spcBef>
                <a:spcPts val="0"/>
              </a:spcBef>
              <a:spcAft>
                <a:spcPts val="0"/>
              </a:spcAft>
              <a:buClr>
                <a:schemeClr val="dk1"/>
              </a:buClr>
              <a:buSzPts val="1400"/>
              <a:buFont typeface="Gill Sans"/>
              <a:buNone/>
              <a:defRPr/>
            </a:lvl8pPr>
            <a:lvl9pPr lvl="8" algn="l">
              <a:lnSpc>
                <a:spcPct val="100000"/>
              </a:lnSpc>
              <a:spcBef>
                <a:spcPts val="0"/>
              </a:spcBef>
              <a:spcAft>
                <a:spcPts val="0"/>
              </a:spcAft>
              <a:buClr>
                <a:schemeClr val="dk1"/>
              </a:buClr>
              <a:buSzPts val="1400"/>
              <a:buFont typeface="Gill Sans"/>
              <a:buNone/>
              <a:defRPr/>
            </a:lvl9pPr>
          </a:lstStyle>
          <a:p/>
        </p:txBody>
      </p:sp>
      <p:sp>
        <p:nvSpPr>
          <p:cNvPr id="49" name="Google Shape;49;p22"/>
          <p:cNvSpPr txBox="1"/>
          <p:nvPr>
            <p:ph idx="12" type="sldNum"/>
          </p:nvPr>
        </p:nvSpPr>
        <p:spPr>
          <a:xfrm>
            <a:off x="816864" y="6356350"/>
            <a:ext cx="2641600" cy="36576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1pPr>
            <a:lvl2pPr indent="0" lvl="1"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2pPr>
            <a:lvl3pPr indent="0" lvl="2"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3pPr>
            <a:lvl4pPr indent="0" lvl="3"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4pPr>
            <a:lvl5pPr indent="0" lvl="4"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5pPr>
            <a:lvl6pPr indent="0" lvl="5"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6pPr>
            <a:lvl7pPr indent="0" lvl="6"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7pPr>
            <a:lvl8pPr indent="0" lvl="7"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8pPr>
            <a:lvl9pPr indent="0" lvl="8"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9pPr>
          </a:lstStyle>
          <a:p>
            <a:pPr indent="0" lvl="0" marL="0" rtl="0" algn="l">
              <a:spcBef>
                <a:spcPts val="0"/>
              </a:spcBef>
              <a:spcAft>
                <a:spcPts val="0"/>
              </a:spcAft>
              <a:buNone/>
            </a:pPr>
            <a:fld id="{00000000-1234-1234-1234-123412341234}" type="slidenum">
              <a:rPr lang="en-US"/>
              <a:t>‹#›</a:t>
            </a:fld>
            <a:endParaRPr/>
          </a:p>
        </p:txBody>
      </p:sp>
      <p:sp>
        <p:nvSpPr>
          <p:cNvPr id="50" name="Google Shape;50;p22"/>
          <p:cNvSpPr txBox="1"/>
          <p:nvPr>
            <p:ph idx="1" type="body"/>
          </p:nvPr>
        </p:nvSpPr>
        <p:spPr>
          <a:xfrm>
            <a:off x="4437" y="6451617"/>
            <a:ext cx="4190993" cy="35719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600"/>
              </a:spcBef>
              <a:spcAft>
                <a:spcPts val="0"/>
              </a:spcAft>
              <a:buSzPts val="1064"/>
              <a:buNone/>
              <a:defRPr sz="1400">
                <a:solidFill>
                  <a:schemeClr val="lt1"/>
                </a:solidFill>
              </a:defRPr>
            </a:lvl1pPr>
            <a:lvl2pPr indent="-228600" lvl="1" marL="914400" algn="l">
              <a:lnSpc>
                <a:spcPct val="100000"/>
              </a:lnSpc>
              <a:spcBef>
                <a:spcPts val="500"/>
              </a:spcBef>
              <a:spcAft>
                <a:spcPts val="0"/>
              </a:spcAft>
              <a:buSzPts val="1064"/>
              <a:buNone/>
              <a:defRPr sz="1400"/>
            </a:lvl2pPr>
            <a:lvl3pPr indent="-228600" lvl="2" marL="1371600" algn="l">
              <a:lnSpc>
                <a:spcPct val="100000"/>
              </a:lnSpc>
              <a:spcBef>
                <a:spcPts val="500"/>
              </a:spcBef>
              <a:spcAft>
                <a:spcPts val="0"/>
              </a:spcAft>
              <a:buSzPts val="1064"/>
              <a:buNone/>
              <a:defRPr sz="1400"/>
            </a:lvl3pPr>
            <a:lvl4pPr indent="-228600" lvl="3" marL="1828800" algn="l">
              <a:lnSpc>
                <a:spcPct val="100000"/>
              </a:lnSpc>
              <a:spcBef>
                <a:spcPts val="400"/>
              </a:spcBef>
              <a:spcAft>
                <a:spcPts val="0"/>
              </a:spcAft>
              <a:buSzPts val="980"/>
              <a:buNone/>
              <a:defRPr sz="1400"/>
            </a:lvl4pPr>
            <a:lvl5pPr indent="-228600" lvl="4" marL="2286000" algn="l">
              <a:lnSpc>
                <a:spcPct val="100000"/>
              </a:lnSpc>
              <a:spcBef>
                <a:spcPts val="300"/>
              </a:spcBef>
              <a:spcAft>
                <a:spcPts val="0"/>
              </a:spcAft>
              <a:buSzPts val="980"/>
              <a:buNone/>
              <a:defRPr sz="1400"/>
            </a:lvl5pPr>
            <a:lvl6pPr indent="-314325" lvl="5" marL="2743200" algn="l">
              <a:lnSpc>
                <a:spcPct val="100000"/>
              </a:lnSpc>
              <a:spcBef>
                <a:spcPts val="300"/>
              </a:spcBef>
              <a:spcAft>
                <a:spcPts val="0"/>
              </a:spcAft>
              <a:buSzPts val="1350"/>
              <a:buChar char="?"/>
              <a:defRPr/>
            </a:lvl6pPr>
            <a:lvl7pPr indent="-314325" lvl="6" marL="3200400" algn="l">
              <a:lnSpc>
                <a:spcPct val="100000"/>
              </a:lnSpc>
              <a:spcBef>
                <a:spcPts val="300"/>
              </a:spcBef>
              <a:spcAft>
                <a:spcPts val="0"/>
              </a:spcAft>
              <a:buSzPts val="1350"/>
              <a:buChar char="?"/>
              <a:defRPr/>
            </a:lvl7pPr>
            <a:lvl8pPr indent="-314325" lvl="7" marL="3657600" algn="l">
              <a:lnSpc>
                <a:spcPct val="100000"/>
              </a:lnSpc>
              <a:spcBef>
                <a:spcPts val="300"/>
              </a:spcBef>
              <a:spcAft>
                <a:spcPts val="0"/>
              </a:spcAft>
              <a:buSzPts val="1350"/>
              <a:buChar char="?"/>
              <a:defRPr/>
            </a:lvl8pPr>
            <a:lvl9pPr indent="-314325" lvl="8" marL="4114800" algn="l">
              <a:lnSpc>
                <a:spcPct val="100000"/>
              </a:lnSpc>
              <a:spcBef>
                <a:spcPts val="300"/>
              </a:spcBef>
              <a:spcAft>
                <a:spcPts val="0"/>
              </a:spcAft>
              <a:buSzPts val="1350"/>
              <a:buChar char="?"/>
              <a:defRPr/>
            </a:lvl9pPr>
          </a:lstStyle>
          <a:p/>
        </p:txBody>
      </p:sp>
      <p:sp>
        <p:nvSpPr>
          <p:cNvPr id="51" name="Google Shape;51;p22"/>
          <p:cNvSpPr txBox="1"/>
          <p:nvPr>
            <p:ph idx="2" type="body"/>
          </p:nvPr>
        </p:nvSpPr>
        <p:spPr>
          <a:xfrm>
            <a:off x="1097279" y="1845734"/>
            <a:ext cx="10058401" cy="4023360"/>
          </a:xfrm>
          <a:prstGeom prst="rect">
            <a:avLst/>
          </a:prstGeom>
          <a:noFill/>
          <a:ln>
            <a:noFill/>
          </a:ln>
        </p:spPr>
        <p:txBody>
          <a:bodyPr anchorCtr="0" anchor="t" bIns="45700" lIns="91425" spcFirstLastPara="1" rIns="91425" wrap="square" tIns="45700">
            <a:normAutofit/>
          </a:bodyPr>
          <a:lstStyle>
            <a:lvl1pPr indent="-363728" lvl="0" marL="457200" algn="l">
              <a:lnSpc>
                <a:spcPct val="100000"/>
              </a:lnSpc>
              <a:spcBef>
                <a:spcPts val="600"/>
              </a:spcBef>
              <a:spcAft>
                <a:spcPts val="0"/>
              </a:spcAft>
              <a:buSzPts val="2128"/>
              <a:buChar char="?"/>
              <a:defRPr sz="2800"/>
            </a:lvl1pPr>
            <a:lvl2pPr indent="-344424" lvl="1" marL="914400" algn="l">
              <a:lnSpc>
                <a:spcPct val="100000"/>
              </a:lnSpc>
              <a:spcBef>
                <a:spcPts val="500"/>
              </a:spcBef>
              <a:spcAft>
                <a:spcPts val="0"/>
              </a:spcAft>
              <a:buSzPts val="1824"/>
              <a:buChar char="?"/>
              <a:defRPr sz="2400"/>
            </a:lvl2pPr>
            <a:lvl3pPr indent="-325119" lvl="2" marL="1371600" algn="l">
              <a:lnSpc>
                <a:spcPct val="100000"/>
              </a:lnSpc>
              <a:spcBef>
                <a:spcPts val="500"/>
              </a:spcBef>
              <a:spcAft>
                <a:spcPts val="0"/>
              </a:spcAft>
              <a:buSzPts val="1520"/>
              <a:buChar char="?"/>
              <a:defRPr sz="2000"/>
            </a:lvl3pPr>
            <a:lvl4pPr indent="-308610" lvl="3" marL="1828800" algn="l">
              <a:lnSpc>
                <a:spcPct val="100000"/>
              </a:lnSpc>
              <a:spcBef>
                <a:spcPts val="400"/>
              </a:spcBef>
              <a:spcAft>
                <a:spcPts val="0"/>
              </a:spcAft>
              <a:buSzPts val="1260"/>
              <a:buChar char="◻"/>
              <a:defRPr sz="1800"/>
            </a:lvl4pPr>
            <a:lvl5pPr indent="-299720" lvl="4" marL="2286000" algn="l">
              <a:lnSpc>
                <a:spcPct val="100000"/>
              </a:lnSpc>
              <a:spcBef>
                <a:spcPts val="300"/>
              </a:spcBef>
              <a:spcAft>
                <a:spcPts val="0"/>
              </a:spcAft>
              <a:buSzPts val="1120"/>
              <a:buChar char="◻"/>
              <a:defRPr sz="1600"/>
            </a:lvl5pPr>
            <a:lvl6pPr indent="-314325" lvl="5" marL="2743200" algn="l">
              <a:lnSpc>
                <a:spcPct val="100000"/>
              </a:lnSpc>
              <a:spcBef>
                <a:spcPts val="300"/>
              </a:spcBef>
              <a:spcAft>
                <a:spcPts val="0"/>
              </a:spcAft>
              <a:buSzPts val="1350"/>
              <a:buChar char="?"/>
              <a:defRPr/>
            </a:lvl6pPr>
            <a:lvl7pPr indent="-314325" lvl="6" marL="3200400" algn="l">
              <a:lnSpc>
                <a:spcPct val="100000"/>
              </a:lnSpc>
              <a:spcBef>
                <a:spcPts val="300"/>
              </a:spcBef>
              <a:spcAft>
                <a:spcPts val="0"/>
              </a:spcAft>
              <a:buSzPts val="1350"/>
              <a:buChar char="?"/>
              <a:defRPr/>
            </a:lvl7pPr>
            <a:lvl8pPr indent="-314325" lvl="7" marL="3657600" algn="l">
              <a:lnSpc>
                <a:spcPct val="100000"/>
              </a:lnSpc>
              <a:spcBef>
                <a:spcPts val="300"/>
              </a:spcBef>
              <a:spcAft>
                <a:spcPts val="0"/>
              </a:spcAft>
              <a:buSzPts val="1350"/>
              <a:buChar char="?"/>
              <a:defRPr/>
            </a:lvl8pPr>
            <a:lvl9pPr indent="-314325" lvl="8" marL="4114800" algn="l">
              <a:lnSpc>
                <a:spcPct val="100000"/>
              </a:lnSpc>
              <a:spcBef>
                <a:spcPts val="300"/>
              </a:spcBef>
              <a:spcAft>
                <a:spcPts val="0"/>
              </a:spcAft>
              <a:buSzPts val="1350"/>
              <a:buChar cha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showMasterSp="0" type="secHead">
  <p:cSld name="SECTION_HEADER">
    <p:bg>
      <p:bgPr>
        <a:solidFill>
          <a:schemeClr val="dk2"/>
        </a:solidFill>
      </p:bgPr>
    </p:bg>
    <p:spTree>
      <p:nvGrpSpPr>
        <p:cNvPr id="52" name="Shape 52"/>
        <p:cNvGrpSpPr/>
        <p:nvPr/>
      </p:nvGrpSpPr>
      <p:grpSpPr>
        <a:xfrm>
          <a:off x="0" y="0"/>
          <a:ext cx="0" cy="0"/>
          <a:chOff x="0" y="0"/>
          <a:chExt cx="0" cy="0"/>
        </a:xfrm>
      </p:grpSpPr>
      <p:sp>
        <p:nvSpPr>
          <p:cNvPr id="53" name="Google Shape;53;p23"/>
          <p:cNvSpPr txBox="1"/>
          <p:nvPr>
            <p:ph type="title"/>
          </p:nvPr>
        </p:nvSpPr>
        <p:spPr>
          <a:xfrm>
            <a:off x="1625600" y="2971800"/>
            <a:ext cx="9144000" cy="1066800"/>
          </a:xfrm>
          <a:prstGeom prst="rect">
            <a:avLst/>
          </a:prstGeom>
          <a:noFill/>
          <a:ln>
            <a:noFill/>
          </a:ln>
        </p:spPr>
        <p:txBody>
          <a:bodyPr anchorCtr="0" anchor="t" bIns="45700" lIns="91425" spcFirstLastPara="1" rIns="91425" wrap="square" tIns="45700">
            <a:normAutofit/>
          </a:bodyPr>
          <a:lstStyle>
            <a:lvl1pPr lvl="0" algn="r">
              <a:lnSpc>
                <a:spcPct val="100000"/>
              </a:lnSpc>
              <a:spcBef>
                <a:spcPts val="0"/>
              </a:spcBef>
              <a:spcAft>
                <a:spcPts val="0"/>
              </a:spcAft>
              <a:buClr>
                <a:schemeClr val="lt2"/>
              </a:buClr>
              <a:buSzPts val="3200"/>
              <a:buFont typeface="Bookman Old Style"/>
              <a:buNone/>
              <a:defRPr b="0" sz="32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23"/>
          <p:cNvSpPr txBox="1"/>
          <p:nvPr>
            <p:ph idx="1" type="body"/>
          </p:nvPr>
        </p:nvSpPr>
        <p:spPr>
          <a:xfrm>
            <a:off x="1727200" y="4267200"/>
            <a:ext cx="9042400" cy="1143000"/>
          </a:xfrm>
          <a:prstGeom prst="rect">
            <a:avLst/>
          </a:prstGeom>
          <a:noFill/>
          <a:ln>
            <a:noFill/>
          </a:ln>
        </p:spPr>
        <p:txBody>
          <a:bodyPr anchorCtr="0" anchor="t" bIns="45700" lIns="91425" spcFirstLastPara="1" rIns="91425" wrap="square" tIns="45700">
            <a:normAutofit/>
          </a:bodyPr>
          <a:lstStyle>
            <a:lvl1pPr indent="-228600" lvl="0" marL="457200" algn="r">
              <a:lnSpc>
                <a:spcPct val="100000"/>
              </a:lnSpc>
              <a:spcBef>
                <a:spcPts val="600"/>
              </a:spcBef>
              <a:spcAft>
                <a:spcPts val="0"/>
              </a:spcAft>
              <a:buSzPts val="1520"/>
              <a:buNone/>
              <a:defRPr sz="2000">
                <a:solidFill>
                  <a:schemeClr val="lt1"/>
                </a:solidFill>
              </a:defRPr>
            </a:lvl1pPr>
            <a:lvl2pPr indent="-228600" lvl="1" marL="914400" algn="l">
              <a:lnSpc>
                <a:spcPct val="100000"/>
              </a:lnSpc>
              <a:spcBef>
                <a:spcPts val="500"/>
              </a:spcBef>
              <a:spcAft>
                <a:spcPts val="0"/>
              </a:spcAft>
              <a:buSzPts val="1368"/>
              <a:buNone/>
              <a:defRPr sz="1800">
                <a:solidFill>
                  <a:schemeClr val="lt1"/>
                </a:solidFill>
              </a:defRPr>
            </a:lvl2pPr>
            <a:lvl3pPr indent="-228600" lvl="2" marL="1371600" algn="l">
              <a:lnSpc>
                <a:spcPct val="100000"/>
              </a:lnSpc>
              <a:spcBef>
                <a:spcPts val="500"/>
              </a:spcBef>
              <a:spcAft>
                <a:spcPts val="0"/>
              </a:spcAft>
              <a:buSzPts val="1216"/>
              <a:buNone/>
              <a:defRPr sz="1600">
                <a:solidFill>
                  <a:schemeClr val="lt1"/>
                </a:solidFill>
              </a:defRPr>
            </a:lvl3pPr>
            <a:lvl4pPr indent="-228600" lvl="3" marL="1828800" algn="l">
              <a:lnSpc>
                <a:spcPct val="100000"/>
              </a:lnSpc>
              <a:spcBef>
                <a:spcPts val="400"/>
              </a:spcBef>
              <a:spcAft>
                <a:spcPts val="0"/>
              </a:spcAft>
              <a:buSzPts val="980"/>
              <a:buNone/>
              <a:defRPr sz="1400">
                <a:solidFill>
                  <a:schemeClr val="lt1"/>
                </a:solidFill>
              </a:defRPr>
            </a:lvl4pPr>
            <a:lvl5pPr indent="-228600" lvl="4" marL="2286000" algn="l">
              <a:lnSpc>
                <a:spcPct val="100000"/>
              </a:lnSpc>
              <a:spcBef>
                <a:spcPts val="300"/>
              </a:spcBef>
              <a:spcAft>
                <a:spcPts val="0"/>
              </a:spcAft>
              <a:buSzPts val="980"/>
              <a:buNone/>
              <a:defRPr sz="1400">
                <a:solidFill>
                  <a:schemeClr val="lt1"/>
                </a:solidFill>
              </a:defRPr>
            </a:lvl5pPr>
            <a:lvl6pPr indent="-314325" lvl="5" marL="2743200" algn="l">
              <a:lnSpc>
                <a:spcPct val="100000"/>
              </a:lnSpc>
              <a:spcBef>
                <a:spcPts val="300"/>
              </a:spcBef>
              <a:spcAft>
                <a:spcPts val="0"/>
              </a:spcAft>
              <a:buSzPts val="1350"/>
              <a:buChar char="?"/>
              <a:defRPr/>
            </a:lvl6pPr>
            <a:lvl7pPr indent="-314325" lvl="6" marL="3200400" algn="l">
              <a:lnSpc>
                <a:spcPct val="100000"/>
              </a:lnSpc>
              <a:spcBef>
                <a:spcPts val="300"/>
              </a:spcBef>
              <a:spcAft>
                <a:spcPts val="0"/>
              </a:spcAft>
              <a:buSzPts val="1350"/>
              <a:buChar char="?"/>
              <a:defRPr/>
            </a:lvl7pPr>
            <a:lvl8pPr indent="-314325" lvl="7" marL="3657600" algn="l">
              <a:lnSpc>
                <a:spcPct val="100000"/>
              </a:lnSpc>
              <a:spcBef>
                <a:spcPts val="300"/>
              </a:spcBef>
              <a:spcAft>
                <a:spcPts val="0"/>
              </a:spcAft>
              <a:buSzPts val="1350"/>
              <a:buChar char="?"/>
              <a:defRPr/>
            </a:lvl8pPr>
            <a:lvl9pPr indent="-314325" lvl="8" marL="4114800" algn="l">
              <a:lnSpc>
                <a:spcPct val="100000"/>
              </a:lnSpc>
              <a:spcBef>
                <a:spcPts val="300"/>
              </a:spcBef>
              <a:spcAft>
                <a:spcPts val="0"/>
              </a:spcAft>
              <a:buSzPts val="1350"/>
              <a:buChar char="?"/>
              <a:defRPr/>
            </a:lvl9pPr>
          </a:lstStyle>
          <a:p/>
        </p:txBody>
      </p:sp>
      <p:sp>
        <p:nvSpPr>
          <p:cNvPr id="55" name="Google Shape;55;p23"/>
          <p:cNvSpPr txBox="1"/>
          <p:nvPr>
            <p:ph idx="10" type="dt"/>
          </p:nvPr>
        </p:nvSpPr>
        <p:spPr>
          <a:xfrm>
            <a:off x="8534400" y="6355080"/>
            <a:ext cx="3048000" cy="36576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dk2"/>
              </a:buClr>
              <a:buSzPts val="1400"/>
              <a:buFont typeface="Gill Sans"/>
              <a:buNone/>
              <a:defRPr/>
            </a:lvl1pPr>
            <a:lvl2pPr lvl="1" algn="l">
              <a:lnSpc>
                <a:spcPct val="100000"/>
              </a:lnSpc>
              <a:spcBef>
                <a:spcPts val="0"/>
              </a:spcBef>
              <a:spcAft>
                <a:spcPts val="0"/>
              </a:spcAft>
              <a:buClr>
                <a:schemeClr val="dk1"/>
              </a:buClr>
              <a:buSzPts val="1400"/>
              <a:buFont typeface="Gill Sans"/>
              <a:buNone/>
              <a:defRPr/>
            </a:lvl2pPr>
            <a:lvl3pPr lvl="2" algn="l">
              <a:lnSpc>
                <a:spcPct val="100000"/>
              </a:lnSpc>
              <a:spcBef>
                <a:spcPts val="0"/>
              </a:spcBef>
              <a:spcAft>
                <a:spcPts val="0"/>
              </a:spcAft>
              <a:buClr>
                <a:schemeClr val="dk1"/>
              </a:buClr>
              <a:buSzPts val="1400"/>
              <a:buFont typeface="Gill Sans"/>
              <a:buNone/>
              <a:defRPr/>
            </a:lvl3pPr>
            <a:lvl4pPr lvl="3" algn="l">
              <a:lnSpc>
                <a:spcPct val="100000"/>
              </a:lnSpc>
              <a:spcBef>
                <a:spcPts val="0"/>
              </a:spcBef>
              <a:spcAft>
                <a:spcPts val="0"/>
              </a:spcAft>
              <a:buClr>
                <a:schemeClr val="dk1"/>
              </a:buClr>
              <a:buSzPts val="1400"/>
              <a:buFont typeface="Gill Sans"/>
              <a:buNone/>
              <a:defRPr/>
            </a:lvl4pPr>
            <a:lvl5pPr lvl="4" algn="l">
              <a:lnSpc>
                <a:spcPct val="100000"/>
              </a:lnSpc>
              <a:spcBef>
                <a:spcPts val="0"/>
              </a:spcBef>
              <a:spcAft>
                <a:spcPts val="0"/>
              </a:spcAft>
              <a:buClr>
                <a:schemeClr val="dk1"/>
              </a:buClr>
              <a:buSzPts val="1400"/>
              <a:buFont typeface="Gill Sans"/>
              <a:buNone/>
              <a:defRPr/>
            </a:lvl5pPr>
            <a:lvl6pPr lvl="5" algn="l">
              <a:lnSpc>
                <a:spcPct val="100000"/>
              </a:lnSpc>
              <a:spcBef>
                <a:spcPts val="0"/>
              </a:spcBef>
              <a:spcAft>
                <a:spcPts val="0"/>
              </a:spcAft>
              <a:buClr>
                <a:schemeClr val="dk1"/>
              </a:buClr>
              <a:buSzPts val="1400"/>
              <a:buFont typeface="Gill Sans"/>
              <a:buNone/>
              <a:defRPr/>
            </a:lvl6pPr>
            <a:lvl7pPr lvl="6" algn="l">
              <a:lnSpc>
                <a:spcPct val="100000"/>
              </a:lnSpc>
              <a:spcBef>
                <a:spcPts val="0"/>
              </a:spcBef>
              <a:spcAft>
                <a:spcPts val="0"/>
              </a:spcAft>
              <a:buClr>
                <a:schemeClr val="dk1"/>
              </a:buClr>
              <a:buSzPts val="1400"/>
              <a:buFont typeface="Gill Sans"/>
              <a:buNone/>
              <a:defRPr/>
            </a:lvl7pPr>
            <a:lvl8pPr lvl="7" algn="l">
              <a:lnSpc>
                <a:spcPct val="100000"/>
              </a:lnSpc>
              <a:spcBef>
                <a:spcPts val="0"/>
              </a:spcBef>
              <a:spcAft>
                <a:spcPts val="0"/>
              </a:spcAft>
              <a:buClr>
                <a:schemeClr val="dk1"/>
              </a:buClr>
              <a:buSzPts val="1400"/>
              <a:buFont typeface="Gill Sans"/>
              <a:buNone/>
              <a:defRPr/>
            </a:lvl8pPr>
            <a:lvl9pPr lvl="8" algn="l">
              <a:lnSpc>
                <a:spcPct val="100000"/>
              </a:lnSpc>
              <a:spcBef>
                <a:spcPts val="0"/>
              </a:spcBef>
              <a:spcAft>
                <a:spcPts val="0"/>
              </a:spcAft>
              <a:buClr>
                <a:schemeClr val="dk1"/>
              </a:buClr>
              <a:buSzPts val="1400"/>
              <a:buFont typeface="Gill Sans"/>
              <a:buNone/>
              <a:defRPr/>
            </a:lvl9pPr>
          </a:lstStyle>
          <a:p/>
        </p:txBody>
      </p:sp>
      <p:sp>
        <p:nvSpPr>
          <p:cNvPr id="56" name="Google Shape;56;p23"/>
          <p:cNvSpPr txBox="1"/>
          <p:nvPr>
            <p:ph idx="11" type="ftr"/>
          </p:nvPr>
        </p:nvSpPr>
        <p:spPr>
          <a:xfrm>
            <a:off x="3864864" y="6355080"/>
            <a:ext cx="4632960" cy="36576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Clr>
                <a:schemeClr val="dk2"/>
              </a:buClr>
              <a:buSzPts val="1400"/>
              <a:buFont typeface="Gill Sans"/>
              <a:buNone/>
              <a:defRPr/>
            </a:lvl1pPr>
            <a:lvl2pPr lvl="1" algn="l">
              <a:lnSpc>
                <a:spcPct val="100000"/>
              </a:lnSpc>
              <a:spcBef>
                <a:spcPts val="0"/>
              </a:spcBef>
              <a:spcAft>
                <a:spcPts val="0"/>
              </a:spcAft>
              <a:buClr>
                <a:schemeClr val="dk1"/>
              </a:buClr>
              <a:buSzPts val="1400"/>
              <a:buFont typeface="Gill Sans"/>
              <a:buNone/>
              <a:defRPr/>
            </a:lvl2pPr>
            <a:lvl3pPr lvl="2" algn="l">
              <a:lnSpc>
                <a:spcPct val="100000"/>
              </a:lnSpc>
              <a:spcBef>
                <a:spcPts val="0"/>
              </a:spcBef>
              <a:spcAft>
                <a:spcPts val="0"/>
              </a:spcAft>
              <a:buClr>
                <a:schemeClr val="dk1"/>
              </a:buClr>
              <a:buSzPts val="1400"/>
              <a:buFont typeface="Gill Sans"/>
              <a:buNone/>
              <a:defRPr/>
            </a:lvl3pPr>
            <a:lvl4pPr lvl="3" algn="l">
              <a:lnSpc>
                <a:spcPct val="100000"/>
              </a:lnSpc>
              <a:spcBef>
                <a:spcPts val="0"/>
              </a:spcBef>
              <a:spcAft>
                <a:spcPts val="0"/>
              </a:spcAft>
              <a:buClr>
                <a:schemeClr val="dk1"/>
              </a:buClr>
              <a:buSzPts val="1400"/>
              <a:buFont typeface="Gill Sans"/>
              <a:buNone/>
              <a:defRPr/>
            </a:lvl4pPr>
            <a:lvl5pPr lvl="4" algn="l">
              <a:lnSpc>
                <a:spcPct val="100000"/>
              </a:lnSpc>
              <a:spcBef>
                <a:spcPts val="0"/>
              </a:spcBef>
              <a:spcAft>
                <a:spcPts val="0"/>
              </a:spcAft>
              <a:buClr>
                <a:schemeClr val="dk1"/>
              </a:buClr>
              <a:buSzPts val="1400"/>
              <a:buFont typeface="Gill Sans"/>
              <a:buNone/>
              <a:defRPr/>
            </a:lvl5pPr>
            <a:lvl6pPr lvl="5" algn="l">
              <a:lnSpc>
                <a:spcPct val="100000"/>
              </a:lnSpc>
              <a:spcBef>
                <a:spcPts val="0"/>
              </a:spcBef>
              <a:spcAft>
                <a:spcPts val="0"/>
              </a:spcAft>
              <a:buClr>
                <a:schemeClr val="dk1"/>
              </a:buClr>
              <a:buSzPts val="1400"/>
              <a:buFont typeface="Gill Sans"/>
              <a:buNone/>
              <a:defRPr/>
            </a:lvl6pPr>
            <a:lvl7pPr lvl="6" algn="l">
              <a:lnSpc>
                <a:spcPct val="100000"/>
              </a:lnSpc>
              <a:spcBef>
                <a:spcPts val="0"/>
              </a:spcBef>
              <a:spcAft>
                <a:spcPts val="0"/>
              </a:spcAft>
              <a:buClr>
                <a:schemeClr val="dk1"/>
              </a:buClr>
              <a:buSzPts val="1400"/>
              <a:buFont typeface="Gill Sans"/>
              <a:buNone/>
              <a:defRPr/>
            </a:lvl7pPr>
            <a:lvl8pPr lvl="7" algn="l">
              <a:lnSpc>
                <a:spcPct val="100000"/>
              </a:lnSpc>
              <a:spcBef>
                <a:spcPts val="0"/>
              </a:spcBef>
              <a:spcAft>
                <a:spcPts val="0"/>
              </a:spcAft>
              <a:buClr>
                <a:schemeClr val="dk1"/>
              </a:buClr>
              <a:buSzPts val="1400"/>
              <a:buFont typeface="Gill Sans"/>
              <a:buNone/>
              <a:defRPr/>
            </a:lvl8pPr>
            <a:lvl9pPr lvl="8" algn="l">
              <a:lnSpc>
                <a:spcPct val="100000"/>
              </a:lnSpc>
              <a:spcBef>
                <a:spcPts val="0"/>
              </a:spcBef>
              <a:spcAft>
                <a:spcPts val="0"/>
              </a:spcAft>
              <a:buClr>
                <a:schemeClr val="dk1"/>
              </a:buClr>
              <a:buSzPts val="1400"/>
              <a:buFont typeface="Gill Sans"/>
              <a:buNone/>
              <a:defRPr/>
            </a:lvl9pPr>
          </a:lstStyle>
          <a:p/>
        </p:txBody>
      </p:sp>
      <p:sp>
        <p:nvSpPr>
          <p:cNvPr id="57" name="Google Shape;57;p23"/>
          <p:cNvSpPr txBox="1"/>
          <p:nvPr>
            <p:ph idx="12" type="sldNum"/>
          </p:nvPr>
        </p:nvSpPr>
        <p:spPr>
          <a:xfrm>
            <a:off x="1426464" y="6355080"/>
            <a:ext cx="2027936" cy="36576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1pPr>
            <a:lvl2pPr indent="0" lvl="1"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2pPr>
            <a:lvl3pPr indent="0" lvl="2"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3pPr>
            <a:lvl4pPr indent="0" lvl="3"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4pPr>
            <a:lvl5pPr indent="0" lvl="4"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5pPr>
            <a:lvl6pPr indent="0" lvl="5"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6pPr>
            <a:lvl7pPr indent="0" lvl="6"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7pPr>
            <a:lvl8pPr indent="0" lvl="7"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8pPr>
            <a:lvl9pPr indent="0" lvl="8"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9pPr>
          </a:lstStyle>
          <a:p>
            <a:pPr indent="0" lvl="0" marL="0" rtl="0" algn="l">
              <a:spcBef>
                <a:spcPts val="0"/>
              </a:spcBef>
              <a:spcAft>
                <a:spcPts val="0"/>
              </a:spcAft>
              <a:buNone/>
            </a:pPr>
            <a:fld id="{00000000-1234-1234-1234-123412341234}" type="slidenum">
              <a:rPr lang="en-US"/>
              <a:t>‹#›</a:t>
            </a:fld>
            <a:endParaRPr/>
          </a:p>
        </p:txBody>
      </p:sp>
      <p:sp>
        <p:nvSpPr>
          <p:cNvPr id="58" name="Google Shape;58;p23"/>
          <p:cNvSpPr/>
          <p:nvPr/>
        </p:nvSpPr>
        <p:spPr>
          <a:xfrm>
            <a:off x="1219200" y="2819400"/>
            <a:ext cx="9753600" cy="1280160"/>
          </a:xfrm>
          <a:prstGeom prst="rect">
            <a:avLst/>
          </a:prstGeom>
          <a:noFill/>
          <a:ln cap="rnd" cmpd="sng" w="952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59" name="Google Shape;59;p23"/>
          <p:cNvSpPr/>
          <p:nvPr/>
        </p:nvSpPr>
        <p:spPr>
          <a:xfrm>
            <a:off x="1219200" y="2819400"/>
            <a:ext cx="304800" cy="128016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60" name="Shape 60"/>
        <p:cNvGrpSpPr/>
        <p:nvPr/>
      </p:nvGrpSpPr>
      <p:grpSpPr>
        <a:xfrm>
          <a:off x="0" y="0"/>
          <a:ext cx="0" cy="0"/>
          <a:chOff x="0" y="0"/>
          <a:chExt cx="0" cy="0"/>
        </a:xfrm>
      </p:grpSpPr>
      <p:sp>
        <p:nvSpPr>
          <p:cNvPr id="61" name="Google Shape;61;p24"/>
          <p:cNvSpPr txBox="1"/>
          <p:nvPr>
            <p:ph type="title"/>
          </p:nvPr>
        </p:nvSpPr>
        <p:spPr>
          <a:xfrm>
            <a:off x="609600" y="228600"/>
            <a:ext cx="10972800" cy="9144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24"/>
          <p:cNvSpPr txBox="1"/>
          <p:nvPr>
            <p:ph idx="10" type="dt"/>
          </p:nvPr>
        </p:nvSpPr>
        <p:spPr>
          <a:xfrm>
            <a:off x="8534400" y="6356350"/>
            <a:ext cx="3052064" cy="36576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dk2"/>
              </a:buClr>
              <a:buSzPts val="1400"/>
              <a:buFont typeface="Gill Sans"/>
              <a:buNone/>
              <a:defRPr/>
            </a:lvl1pPr>
            <a:lvl2pPr lvl="1" algn="l">
              <a:lnSpc>
                <a:spcPct val="100000"/>
              </a:lnSpc>
              <a:spcBef>
                <a:spcPts val="0"/>
              </a:spcBef>
              <a:spcAft>
                <a:spcPts val="0"/>
              </a:spcAft>
              <a:buClr>
                <a:schemeClr val="dk1"/>
              </a:buClr>
              <a:buSzPts val="1400"/>
              <a:buFont typeface="Gill Sans"/>
              <a:buNone/>
              <a:defRPr/>
            </a:lvl2pPr>
            <a:lvl3pPr lvl="2" algn="l">
              <a:lnSpc>
                <a:spcPct val="100000"/>
              </a:lnSpc>
              <a:spcBef>
                <a:spcPts val="0"/>
              </a:spcBef>
              <a:spcAft>
                <a:spcPts val="0"/>
              </a:spcAft>
              <a:buClr>
                <a:schemeClr val="dk1"/>
              </a:buClr>
              <a:buSzPts val="1400"/>
              <a:buFont typeface="Gill Sans"/>
              <a:buNone/>
              <a:defRPr/>
            </a:lvl3pPr>
            <a:lvl4pPr lvl="3" algn="l">
              <a:lnSpc>
                <a:spcPct val="100000"/>
              </a:lnSpc>
              <a:spcBef>
                <a:spcPts val="0"/>
              </a:spcBef>
              <a:spcAft>
                <a:spcPts val="0"/>
              </a:spcAft>
              <a:buClr>
                <a:schemeClr val="dk1"/>
              </a:buClr>
              <a:buSzPts val="1400"/>
              <a:buFont typeface="Gill Sans"/>
              <a:buNone/>
              <a:defRPr/>
            </a:lvl4pPr>
            <a:lvl5pPr lvl="4" algn="l">
              <a:lnSpc>
                <a:spcPct val="100000"/>
              </a:lnSpc>
              <a:spcBef>
                <a:spcPts val="0"/>
              </a:spcBef>
              <a:spcAft>
                <a:spcPts val="0"/>
              </a:spcAft>
              <a:buClr>
                <a:schemeClr val="dk1"/>
              </a:buClr>
              <a:buSzPts val="1400"/>
              <a:buFont typeface="Gill Sans"/>
              <a:buNone/>
              <a:defRPr/>
            </a:lvl5pPr>
            <a:lvl6pPr lvl="5" algn="l">
              <a:lnSpc>
                <a:spcPct val="100000"/>
              </a:lnSpc>
              <a:spcBef>
                <a:spcPts val="0"/>
              </a:spcBef>
              <a:spcAft>
                <a:spcPts val="0"/>
              </a:spcAft>
              <a:buClr>
                <a:schemeClr val="dk1"/>
              </a:buClr>
              <a:buSzPts val="1400"/>
              <a:buFont typeface="Gill Sans"/>
              <a:buNone/>
              <a:defRPr/>
            </a:lvl6pPr>
            <a:lvl7pPr lvl="6" algn="l">
              <a:lnSpc>
                <a:spcPct val="100000"/>
              </a:lnSpc>
              <a:spcBef>
                <a:spcPts val="0"/>
              </a:spcBef>
              <a:spcAft>
                <a:spcPts val="0"/>
              </a:spcAft>
              <a:buClr>
                <a:schemeClr val="dk1"/>
              </a:buClr>
              <a:buSzPts val="1400"/>
              <a:buFont typeface="Gill Sans"/>
              <a:buNone/>
              <a:defRPr/>
            </a:lvl7pPr>
            <a:lvl8pPr lvl="7" algn="l">
              <a:lnSpc>
                <a:spcPct val="100000"/>
              </a:lnSpc>
              <a:spcBef>
                <a:spcPts val="0"/>
              </a:spcBef>
              <a:spcAft>
                <a:spcPts val="0"/>
              </a:spcAft>
              <a:buClr>
                <a:schemeClr val="dk1"/>
              </a:buClr>
              <a:buSzPts val="1400"/>
              <a:buFont typeface="Gill Sans"/>
              <a:buNone/>
              <a:defRPr/>
            </a:lvl8pPr>
            <a:lvl9pPr lvl="8" algn="l">
              <a:lnSpc>
                <a:spcPct val="100000"/>
              </a:lnSpc>
              <a:spcBef>
                <a:spcPts val="0"/>
              </a:spcBef>
              <a:spcAft>
                <a:spcPts val="0"/>
              </a:spcAft>
              <a:buClr>
                <a:schemeClr val="dk1"/>
              </a:buClr>
              <a:buSzPts val="1400"/>
              <a:buFont typeface="Gill Sans"/>
              <a:buNone/>
              <a:defRPr/>
            </a:lvl9pPr>
          </a:lstStyle>
          <a:p/>
        </p:txBody>
      </p:sp>
      <p:sp>
        <p:nvSpPr>
          <p:cNvPr id="63" name="Google Shape;63;p24"/>
          <p:cNvSpPr txBox="1"/>
          <p:nvPr>
            <p:ph idx="11" type="ftr"/>
          </p:nvPr>
        </p:nvSpPr>
        <p:spPr>
          <a:xfrm>
            <a:off x="3864864" y="6356350"/>
            <a:ext cx="4673600" cy="36576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Clr>
                <a:schemeClr val="dk2"/>
              </a:buClr>
              <a:buSzPts val="1400"/>
              <a:buFont typeface="Gill Sans"/>
              <a:buNone/>
              <a:defRPr/>
            </a:lvl1pPr>
            <a:lvl2pPr lvl="1" algn="l">
              <a:lnSpc>
                <a:spcPct val="100000"/>
              </a:lnSpc>
              <a:spcBef>
                <a:spcPts val="0"/>
              </a:spcBef>
              <a:spcAft>
                <a:spcPts val="0"/>
              </a:spcAft>
              <a:buClr>
                <a:schemeClr val="dk1"/>
              </a:buClr>
              <a:buSzPts val="1400"/>
              <a:buFont typeface="Gill Sans"/>
              <a:buNone/>
              <a:defRPr/>
            </a:lvl2pPr>
            <a:lvl3pPr lvl="2" algn="l">
              <a:lnSpc>
                <a:spcPct val="100000"/>
              </a:lnSpc>
              <a:spcBef>
                <a:spcPts val="0"/>
              </a:spcBef>
              <a:spcAft>
                <a:spcPts val="0"/>
              </a:spcAft>
              <a:buClr>
                <a:schemeClr val="dk1"/>
              </a:buClr>
              <a:buSzPts val="1400"/>
              <a:buFont typeface="Gill Sans"/>
              <a:buNone/>
              <a:defRPr/>
            </a:lvl3pPr>
            <a:lvl4pPr lvl="3" algn="l">
              <a:lnSpc>
                <a:spcPct val="100000"/>
              </a:lnSpc>
              <a:spcBef>
                <a:spcPts val="0"/>
              </a:spcBef>
              <a:spcAft>
                <a:spcPts val="0"/>
              </a:spcAft>
              <a:buClr>
                <a:schemeClr val="dk1"/>
              </a:buClr>
              <a:buSzPts val="1400"/>
              <a:buFont typeface="Gill Sans"/>
              <a:buNone/>
              <a:defRPr/>
            </a:lvl4pPr>
            <a:lvl5pPr lvl="4" algn="l">
              <a:lnSpc>
                <a:spcPct val="100000"/>
              </a:lnSpc>
              <a:spcBef>
                <a:spcPts val="0"/>
              </a:spcBef>
              <a:spcAft>
                <a:spcPts val="0"/>
              </a:spcAft>
              <a:buClr>
                <a:schemeClr val="dk1"/>
              </a:buClr>
              <a:buSzPts val="1400"/>
              <a:buFont typeface="Gill Sans"/>
              <a:buNone/>
              <a:defRPr/>
            </a:lvl5pPr>
            <a:lvl6pPr lvl="5" algn="l">
              <a:lnSpc>
                <a:spcPct val="100000"/>
              </a:lnSpc>
              <a:spcBef>
                <a:spcPts val="0"/>
              </a:spcBef>
              <a:spcAft>
                <a:spcPts val="0"/>
              </a:spcAft>
              <a:buClr>
                <a:schemeClr val="dk1"/>
              </a:buClr>
              <a:buSzPts val="1400"/>
              <a:buFont typeface="Gill Sans"/>
              <a:buNone/>
              <a:defRPr/>
            </a:lvl6pPr>
            <a:lvl7pPr lvl="6" algn="l">
              <a:lnSpc>
                <a:spcPct val="100000"/>
              </a:lnSpc>
              <a:spcBef>
                <a:spcPts val="0"/>
              </a:spcBef>
              <a:spcAft>
                <a:spcPts val="0"/>
              </a:spcAft>
              <a:buClr>
                <a:schemeClr val="dk1"/>
              </a:buClr>
              <a:buSzPts val="1400"/>
              <a:buFont typeface="Gill Sans"/>
              <a:buNone/>
              <a:defRPr/>
            </a:lvl7pPr>
            <a:lvl8pPr lvl="7" algn="l">
              <a:lnSpc>
                <a:spcPct val="100000"/>
              </a:lnSpc>
              <a:spcBef>
                <a:spcPts val="0"/>
              </a:spcBef>
              <a:spcAft>
                <a:spcPts val="0"/>
              </a:spcAft>
              <a:buClr>
                <a:schemeClr val="dk1"/>
              </a:buClr>
              <a:buSzPts val="1400"/>
              <a:buFont typeface="Gill Sans"/>
              <a:buNone/>
              <a:defRPr/>
            </a:lvl8pPr>
            <a:lvl9pPr lvl="8" algn="l">
              <a:lnSpc>
                <a:spcPct val="100000"/>
              </a:lnSpc>
              <a:spcBef>
                <a:spcPts val="0"/>
              </a:spcBef>
              <a:spcAft>
                <a:spcPts val="0"/>
              </a:spcAft>
              <a:buClr>
                <a:schemeClr val="dk1"/>
              </a:buClr>
              <a:buSzPts val="1400"/>
              <a:buFont typeface="Gill Sans"/>
              <a:buNone/>
              <a:defRPr/>
            </a:lvl9pPr>
          </a:lstStyle>
          <a:p/>
        </p:txBody>
      </p:sp>
      <p:sp>
        <p:nvSpPr>
          <p:cNvPr id="64" name="Google Shape;64;p24"/>
          <p:cNvSpPr txBox="1"/>
          <p:nvPr>
            <p:ph idx="12" type="sldNum"/>
          </p:nvPr>
        </p:nvSpPr>
        <p:spPr>
          <a:xfrm>
            <a:off x="816864" y="6356350"/>
            <a:ext cx="2641600" cy="36576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1pPr>
            <a:lvl2pPr indent="0" lvl="1"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2pPr>
            <a:lvl3pPr indent="0" lvl="2"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3pPr>
            <a:lvl4pPr indent="0" lvl="3"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4pPr>
            <a:lvl5pPr indent="0" lvl="4"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5pPr>
            <a:lvl6pPr indent="0" lvl="5"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6pPr>
            <a:lvl7pPr indent="0" lvl="6"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7pPr>
            <a:lvl8pPr indent="0" lvl="7"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8pPr>
            <a:lvl9pPr indent="0" lvl="8"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9pPr>
          </a:lstStyle>
          <a:p>
            <a:pPr indent="0" lvl="0" marL="0" rtl="0" algn="l">
              <a:spcBef>
                <a:spcPts val="0"/>
              </a:spcBef>
              <a:spcAft>
                <a:spcPts val="0"/>
              </a:spcAft>
              <a:buNone/>
            </a:pPr>
            <a:fld id="{00000000-1234-1234-1234-123412341234}" type="slidenum">
              <a:rPr lang="en-US"/>
              <a:t>‹#›</a:t>
            </a:fld>
            <a:endParaRPr/>
          </a:p>
        </p:txBody>
      </p:sp>
      <p:sp>
        <p:nvSpPr>
          <p:cNvPr id="65" name="Google Shape;65;p24"/>
          <p:cNvSpPr txBox="1"/>
          <p:nvPr>
            <p:ph idx="1" type="body"/>
          </p:nvPr>
        </p:nvSpPr>
        <p:spPr>
          <a:xfrm>
            <a:off x="609600" y="1219200"/>
            <a:ext cx="5388864" cy="4937760"/>
          </a:xfrm>
          <a:prstGeom prst="rect">
            <a:avLst/>
          </a:prstGeom>
          <a:noFill/>
          <a:ln>
            <a:noFill/>
          </a:ln>
        </p:spPr>
        <p:txBody>
          <a:bodyPr anchorCtr="0" anchor="t" bIns="45700" lIns="91425" spcFirstLastPara="1" rIns="91425" wrap="square" tIns="45700">
            <a:normAutofit/>
          </a:bodyPr>
          <a:lstStyle>
            <a:lvl1pPr indent="-315468" lvl="0" marL="457200" algn="l">
              <a:lnSpc>
                <a:spcPct val="100000"/>
              </a:lnSpc>
              <a:spcBef>
                <a:spcPts val="600"/>
              </a:spcBef>
              <a:spcAft>
                <a:spcPts val="0"/>
              </a:spcAft>
              <a:buSzPts val="1368"/>
              <a:buChar char="?"/>
              <a:defRPr/>
            </a:lvl1pPr>
            <a:lvl2pPr indent="-315468" lvl="1" marL="914400" algn="l">
              <a:lnSpc>
                <a:spcPct val="100000"/>
              </a:lnSpc>
              <a:spcBef>
                <a:spcPts val="500"/>
              </a:spcBef>
              <a:spcAft>
                <a:spcPts val="0"/>
              </a:spcAft>
              <a:buSzPts val="1368"/>
              <a:buChar char="?"/>
              <a:defRPr/>
            </a:lvl2pPr>
            <a:lvl3pPr indent="-315467" lvl="2" marL="1371600" algn="l">
              <a:lnSpc>
                <a:spcPct val="100000"/>
              </a:lnSpc>
              <a:spcBef>
                <a:spcPts val="500"/>
              </a:spcBef>
              <a:spcAft>
                <a:spcPts val="0"/>
              </a:spcAft>
              <a:buSzPts val="1368"/>
              <a:buChar char="?"/>
              <a:defRPr/>
            </a:lvl3pPr>
            <a:lvl4pPr indent="-308610" lvl="3" marL="1828800" algn="l">
              <a:lnSpc>
                <a:spcPct val="100000"/>
              </a:lnSpc>
              <a:spcBef>
                <a:spcPts val="400"/>
              </a:spcBef>
              <a:spcAft>
                <a:spcPts val="0"/>
              </a:spcAft>
              <a:buSzPts val="1260"/>
              <a:buChar char="◻"/>
              <a:defRPr/>
            </a:lvl4pPr>
            <a:lvl5pPr indent="-308610" lvl="4" marL="2286000" algn="l">
              <a:lnSpc>
                <a:spcPct val="100000"/>
              </a:lnSpc>
              <a:spcBef>
                <a:spcPts val="300"/>
              </a:spcBef>
              <a:spcAft>
                <a:spcPts val="0"/>
              </a:spcAft>
              <a:buSzPts val="1260"/>
              <a:buChar char="◻"/>
              <a:defRPr/>
            </a:lvl5pPr>
            <a:lvl6pPr indent="-314325" lvl="5" marL="2743200" algn="l">
              <a:lnSpc>
                <a:spcPct val="100000"/>
              </a:lnSpc>
              <a:spcBef>
                <a:spcPts val="300"/>
              </a:spcBef>
              <a:spcAft>
                <a:spcPts val="0"/>
              </a:spcAft>
              <a:buSzPts val="1350"/>
              <a:buChar char="?"/>
              <a:defRPr/>
            </a:lvl6pPr>
            <a:lvl7pPr indent="-314325" lvl="6" marL="3200400" algn="l">
              <a:lnSpc>
                <a:spcPct val="100000"/>
              </a:lnSpc>
              <a:spcBef>
                <a:spcPts val="300"/>
              </a:spcBef>
              <a:spcAft>
                <a:spcPts val="0"/>
              </a:spcAft>
              <a:buSzPts val="1350"/>
              <a:buChar char="?"/>
              <a:defRPr/>
            </a:lvl7pPr>
            <a:lvl8pPr indent="-314325" lvl="7" marL="3657600" algn="l">
              <a:lnSpc>
                <a:spcPct val="100000"/>
              </a:lnSpc>
              <a:spcBef>
                <a:spcPts val="300"/>
              </a:spcBef>
              <a:spcAft>
                <a:spcPts val="0"/>
              </a:spcAft>
              <a:buSzPts val="1350"/>
              <a:buChar char="?"/>
              <a:defRPr/>
            </a:lvl8pPr>
            <a:lvl9pPr indent="-314325" lvl="8" marL="4114800" algn="l">
              <a:lnSpc>
                <a:spcPct val="100000"/>
              </a:lnSpc>
              <a:spcBef>
                <a:spcPts val="300"/>
              </a:spcBef>
              <a:spcAft>
                <a:spcPts val="0"/>
              </a:spcAft>
              <a:buSzPts val="1350"/>
              <a:buChar char="?"/>
              <a:defRPr/>
            </a:lvl9pPr>
          </a:lstStyle>
          <a:p/>
        </p:txBody>
      </p:sp>
      <p:sp>
        <p:nvSpPr>
          <p:cNvPr id="66" name="Google Shape;66;p24"/>
          <p:cNvSpPr txBox="1"/>
          <p:nvPr>
            <p:ph idx="2" type="body"/>
          </p:nvPr>
        </p:nvSpPr>
        <p:spPr>
          <a:xfrm>
            <a:off x="6176265" y="1216152"/>
            <a:ext cx="5388864" cy="4937760"/>
          </a:xfrm>
          <a:prstGeom prst="rect">
            <a:avLst/>
          </a:prstGeom>
          <a:noFill/>
          <a:ln>
            <a:noFill/>
          </a:ln>
        </p:spPr>
        <p:txBody>
          <a:bodyPr anchorCtr="0" anchor="t" bIns="45700" lIns="91425" spcFirstLastPara="1" rIns="91425" wrap="square" tIns="45700">
            <a:normAutofit/>
          </a:bodyPr>
          <a:lstStyle>
            <a:lvl1pPr indent="-315468" lvl="0" marL="457200" algn="l">
              <a:lnSpc>
                <a:spcPct val="100000"/>
              </a:lnSpc>
              <a:spcBef>
                <a:spcPts val="600"/>
              </a:spcBef>
              <a:spcAft>
                <a:spcPts val="0"/>
              </a:spcAft>
              <a:buSzPts val="1368"/>
              <a:buChar char="?"/>
              <a:defRPr/>
            </a:lvl1pPr>
            <a:lvl2pPr indent="-315468" lvl="1" marL="914400" algn="l">
              <a:lnSpc>
                <a:spcPct val="100000"/>
              </a:lnSpc>
              <a:spcBef>
                <a:spcPts val="500"/>
              </a:spcBef>
              <a:spcAft>
                <a:spcPts val="0"/>
              </a:spcAft>
              <a:buSzPts val="1368"/>
              <a:buChar char="?"/>
              <a:defRPr/>
            </a:lvl2pPr>
            <a:lvl3pPr indent="-315467" lvl="2" marL="1371600" algn="l">
              <a:lnSpc>
                <a:spcPct val="100000"/>
              </a:lnSpc>
              <a:spcBef>
                <a:spcPts val="500"/>
              </a:spcBef>
              <a:spcAft>
                <a:spcPts val="0"/>
              </a:spcAft>
              <a:buSzPts val="1368"/>
              <a:buChar char="?"/>
              <a:defRPr/>
            </a:lvl3pPr>
            <a:lvl4pPr indent="-308610" lvl="3" marL="1828800" algn="l">
              <a:lnSpc>
                <a:spcPct val="100000"/>
              </a:lnSpc>
              <a:spcBef>
                <a:spcPts val="400"/>
              </a:spcBef>
              <a:spcAft>
                <a:spcPts val="0"/>
              </a:spcAft>
              <a:buSzPts val="1260"/>
              <a:buChar char="◻"/>
              <a:defRPr/>
            </a:lvl4pPr>
            <a:lvl5pPr indent="-308610" lvl="4" marL="2286000" algn="l">
              <a:lnSpc>
                <a:spcPct val="100000"/>
              </a:lnSpc>
              <a:spcBef>
                <a:spcPts val="300"/>
              </a:spcBef>
              <a:spcAft>
                <a:spcPts val="0"/>
              </a:spcAft>
              <a:buSzPts val="1260"/>
              <a:buChar char="◻"/>
              <a:defRPr/>
            </a:lvl5pPr>
            <a:lvl6pPr indent="-314325" lvl="5" marL="2743200" algn="l">
              <a:lnSpc>
                <a:spcPct val="100000"/>
              </a:lnSpc>
              <a:spcBef>
                <a:spcPts val="300"/>
              </a:spcBef>
              <a:spcAft>
                <a:spcPts val="0"/>
              </a:spcAft>
              <a:buSzPts val="1350"/>
              <a:buChar char="?"/>
              <a:defRPr/>
            </a:lvl6pPr>
            <a:lvl7pPr indent="-314325" lvl="6" marL="3200400" algn="l">
              <a:lnSpc>
                <a:spcPct val="100000"/>
              </a:lnSpc>
              <a:spcBef>
                <a:spcPts val="300"/>
              </a:spcBef>
              <a:spcAft>
                <a:spcPts val="0"/>
              </a:spcAft>
              <a:buSzPts val="1350"/>
              <a:buChar char="?"/>
              <a:defRPr/>
            </a:lvl7pPr>
            <a:lvl8pPr indent="-314325" lvl="7" marL="3657600" algn="l">
              <a:lnSpc>
                <a:spcPct val="100000"/>
              </a:lnSpc>
              <a:spcBef>
                <a:spcPts val="300"/>
              </a:spcBef>
              <a:spcAft>
                <a:spcPts val="0"/>
              </a:spcAft>
              <a:buSzPts val="1350"/>
              <a:buChar char="?"/>
              <a:defRPr/>
            </a:lvl8pPr>
            <a:lvl9pPr indent="-314325" lvl="8" marL="4114800" algn="l">
              <a:lnSpc>
                <a:spcPct val="100000"/>
              </a:lnSpc>
              <a:spcBef>
                <a:spcPts val="300"/>
              </a:spcBef>
              <a:spcAft>
                <a:spcPts val="0"/>
              </a:spcAft>
              <a:buSzPts val="135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67" name="Shape 67"/>
        <p:cNvGrpSpPr/>
        <p:nvPr/>
      </p:nvGrpSpPr>
      <p:grpSpPr>
        <a:xfrm>
          <a:off x="0" y="0"/>
          <a:ext cx="0" cy="0"/>
          <a:chOff x="0" y="0"/>
          <a:chExt cx="0" cy="0"/>
        </a:xfrm>
      </p:grpSpPr>
      <p:sp>
        <p:nvSpPr>
          <p:cNvPr id="68" name="Google Shape;68;p25"/>
          <p:cNvSpPr txBox="1"/>
          <p:nvPr>
            <p:ph type="title"/>
          </p:nvPr>
        </p:nvSpPr>
        <p:spPr>
          <a:xfrm>
            <a:off x="609600" y="228600"/>
            <a:ext cx="10972800" cy="9144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dk2"/>
              </a:buClr>
              <a:buSzPts val="3200"/>
              <a:buFont typeface="Bookman Old Style"/>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25"/>
          <p:cNvSpPr txBox="1"/>
          <p:nvPr>
            <p:ph idx="1" type="body"/>
          </p:nvPr>
        </p:nvSpPr>
        <p:spPr>
          <a:xfrm>
            <a:off x="609600" y="1285875"/>
            <a:ext cx="5386917" cy="685800"/>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600"/>
              </a:spcBef>
              <a:spcAft>
                <a:spcPts val="0"/>
              </a:spcAft>
              <a:buSzPts val="1824"/>
              <a:buNone/>
              <a:defRPr b="1" sz="2400">
                <a:solidFill>
                  <a:schemeClr val="accent2"/>
                </a:solidFill>
              </a:defRPr>
            </a:lvl1pPr>
            <a:lvl2pPr indent="-228600" lvl="1" marL="914400" algn="l">
              <a:lnSpc>
                <a:spcPct val="100000"/>
              </a:lnSpc>
              <a:spcBef>
                <a:spcPts val="500"/>
              </a:spcBef>
              <a:spcAft>
                <a:spcPts val="0"/>
              </a:spcAft>
              <a:buSzPts val="1520"/>
              <a:buNone/>
              <a:defRPr b="1" sz="2000"/>
            </a:lvl2pPr>
            <a:lvl3pPr indent="-228600" lvl="2" marL="1371600" algn="l">
              <a:lnSpc>
                <a:spcPct val="100000"/>
              </a:lnSpc>
              <a:spcBef>
                <a:spcPts val="500"/>
              </a:spcBef>
              <a:spcAft>
                <a:spcPts val="0"/>
              </a:spcAft>
              <a:buSzPts val="1368"/>
              <a:buNone/>
              <a:defRPr b="1" sz="1800"/>
            </a:lvl3pPr>
            <a:lvl4pPr indent="-228600" lvl="3" marL="1828800" algn="l">
              <a:lnSpc>
                <a:spcPct val="100000"/>
              </a:lnSpc>
              <a:spcBef>
                <a:spcPts val="400"/>
              </a:spcBef>
              <a:spcAft>
                <a:spcPts val="0"/>
              </a:spcAft>
              <a:buSzPts val="1120"/>
              <a:buNone/>
              <a:defRPr b="1" sz="1600"/>
            </a:lvl4pPr>
            <a:lvl5pPr indent="-228600" lvl="4" marL="2286000" algn="l">
              <a:lnSpc>
                <a:spcPct val="100000"/>
              </a:lnSpc>
              <a:spcBef>
                <a:spcPts val="300"/>
              </a:spcBef>
              <a:spcAft>
                <a:spcPts val="0"/>
              </a:spcAft>
              <a:buSzPts val="1120"/>
              <a:buNone/>
              <a:defRPr b="1" sz="1600"/>
            </a:lvl5pPr>
            <a:lvl6pPr indent="-314325" lvl="5" marL="2743200" algn="l">
              <a:lnSpc>
                <a:spcPct val="100000"/>
              </a:lnSpc>
              <a:spcBef>
                <a:spcPts val="300"/>
              </a:spcBef>
              <a:spcAft>
                <a:spcPts val="0"/>
              </a:spcAft>
              <a:buSzPts val="1350"/>
              <a:buChar char="?"/>
              <a:defRPr/>
            </a:lvl6pPr>
            <a:lvl7pPr indent="-314325" lvl="6" marL="3200400" algn="l">
              <a:lnSpc>
                <a:spcPct val="100000"/>
              </a:lnSpc>
              <a:spcBef>
                <a:spcPts val="300"/>
              </a:spcBef>
              <a:spcAft>
                <a:spcPts val="0"/>
              </a:spcAft>
              <a:buSzPts val="1350"/>
              <a:buChar char="?"/>
              <a:defRPr/>
            </a:lvl7pPr>
            <a:lvl8pPr indent="-314325" lvl="7" marL="3657600" algn="l">
              <a:lnSpc>
                <a:spcPct val="100000"/>
              </a:lnSpc>
              <a:spcBef>
                <a:spcPts val="300"/>
              </a:spcBef>
              <a:spcAft>
                <a:spcPts val="0"/>
              </a:spcAft>
              <a:buSzPts val="1350"/>
              <a:buChar char="?"/>
              <a:defRPr/>
            </a:lvl8pPr>
            <a:lvl9pPr indent="-314325" lvl="8" marL="4114800" algn="l">
              <a:lnSpc>
                <a:spcPct val="100000"/>
              </a:lnSpc>
              <a:spcBef>
                <a:spcPts val="300"/>
              </a:spcBef>
              <a:spcAft>
                <a:spcPts val="0"/>
              </a:spcAft>
              <a:buSzPts val="1350"/>
              <a:buChar char="?"/>
              <a:defRPr/>
            </a:lvl9pPr>
          </a:lstStyle>
          <a:p/>
        </p:txBody>
      </p:sp>
      <p:sp>
        <p:nvSpPr>
          <p:cNvPr id="70" name="Google Shape;70;p25"/>
          <p:cNvSpPr txBox="1"/>
          <p:nvPr>
            <p:ph idx="2" type="body"/>
          </p:nvPr>
        </p:nvSpPr>
        <p:spPr>
          <a:xfrm>
            <a:off x="6197604" y="1295400"/>
            <a:ext cx="5389033" cy="6858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600"/>
              </a:spcBef>
              <a:spcAft>
                <a:spcPts val="0"/>
              </a:spcAft>
              <a:buSzPts val="1824"/>
              <a:buNone/>
              <a:defRPr b="1" sz="2400">
                <a:solidFill>
                  <a:schemeClr val="accent2"/>
                </a:solidFill>
              </a:defRPr>
            </a:lvl1pPr>
            <a:lvl2pPr indent="-228600" lvl="1" marL="914400" algn="l">
              <a:lnSpc>
                <a:spcPct val="100000"/>
              </a:lnSpc>
              <a:spcBef>
                <a:spcPts val="500"/>
              </a:spcBef>
              <a:spcAft>
                <a:spcPts val="0"/>
              </a:spcAft>
              <a:buSzPts val="1520"/>
              <a:buNone/>
              <a:defRPr b="1" sz="2000"/>
            </a:lvl2pPr>
            <a:lvl3pPr indent="-228600" lvl="2" marL="1371600" algn="l">
              <a:lnSpc>
                <a:spcPct val="100000"/>
              </a:lnSpc>
              <a:spcBef>
                <a:spcPts val="500"/>
              </a:spcBef>
              <a:spcAft>
                <a:spcPts val="0"/>
              </a:spcAft>
              <a:buSzPts val="1368"/>
              <a:buNone/>
              <a:defRPr b="1" sz="1800"/>
            </a:lvl3pPr>
            <a:lvl4pPr indent="-228600" lvl="3" marL="1828800" algn="l">
              <a:lnSpc>
                <a:spcPct val="100000"/>
              </a:lnSpc>
              <a:spcBef>
                <a:spcPts val="400"/>
              </a:spcBef>
              <a:spcAft>
                <a:spcPts val="0"/>
              </a:spcAft>
              <a:buSzPts val="1120"/>
              <a:buNone/>
              <a:defRPr b="1" sz="1600"/>
            </a:lvl4pPr>
            <a:lvl5pPr indent="-228600" lvl="4" marL="2286000" algn="l">
              <a:lnSpc>
                <a:spcPct val="100000"/>
              </a:lnSpc>
              <a:spcBef>
                <a:spcPts val="300"/>
              </a:spcBef>
              <a:spcAft>
                <a:spcPts val="0"/>
              </a:spcAft>
              <a:buSzPts val="1120"/>
              <a:buNone/>
              <a:defRPr b="1" sz="1600"/>
            </a:lvl5pPr>
            <a:lvl6pPr indent="-314325" lvl="5" marL="2743200" algn="l">
              <a:lnSpc>
                <a:spcPct val="100000"/>
              </a:lnSpc>
              <a:spcBef>
                <a:spcPts val="300"/>
              </a:spcBef>
              <a:spcAft>
                <a:spcPts val="0"/>
              </a:spcAft>
              <a:buSzPts val="1350"/>
              <a:buChar char="?"/>
              <a:defRPr/>
            </a:lvl6pPr>
            <a:lvl7pPr indent="-314325" lvl="6" marL="3200400" algn="l">
              <a:lnSpc>
                <a:spcPct val="100000"/>
              </a:lnSpc>
              <a:spcBef>
                <a:spcPts val="300"/>
              </a:spcBef>
              <a:spcAft>
                <a:spcPts val="0"/>
              </a:spcAft>
              <a:buSzPts val="1350"/>
              <a:buChar char="?"/>
              <a:defRPr/>
            </a:lvl7pPr>
            <a:lvl8pPr indent="-314325" lvl="7" marL="3657600" algn="l">
              <a:lnSpc>
                <a:spcPct val="100000"/>
              </a:lnSpc>
              <a:spcBef>
                <a:spcPts val="300"/>
              </a:spcBef>
              <a:spcAft>
                <a:spcPts val="0"/>
              </a:spcAft>
              <a:buSzPts val="1350"/>
              <a:buChar char="?"/>
              <a:defRPr/>
            </a:lvl8pPr>
            <a:lvl9pPr indent="-314325" lvl="8" marL="4114800" algn="l">
              <a:lnSpc>
                <a:spcPct val="100000"/>
              </a:lnSpc>
              <a:spcBef>
                <a:spcPts val="300"/>
              </a:spcBef>
              <a:spcAft>
                <a:spcPts val="0"/>
              </a:spcAft>
              <a:buSzPts val="1350"/>
              <a:buChar char="?"/>
              <a:defRPr/>
            </a:lvl9pPr>
          </a:lstStyle>
          <a:p/>
        </p:txBody>
      </p:sp>
      <p:sp>
        <p:nvSpPr>
          <p:cNvPr id="71" name="Google Shape;71;p25"/>
          <p:cNvSpPr txBox="1"/>
          <p:nvPr>
            <p:ph idx="10" type="dt"/>
          </p:nvPr>
        </p:nvSpPr>
        <p:spPr>
          <a:xfrm>
            <a:off x="8534400" y="6356350"/>
            <a:ext cx="3052064" cy="36576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dk2"/>
              </a:buClr>
              <a:buSzPts val="1400"/>
              <a:buFont typeface="Gill Sans"/>
              <a:buNone/>
              <a:defRPr/>
            </a:lvl1pPr>
            <a:lvl2pPr lvl="1" algn="l">
              <a:lnSpc>
                <a:spcPct val="100000"/>
              </a:lnSpc>
              <a:spcBef>
                <a:spcPts val="0"/>
              </a:spcBef>
              <a:spcAft>
                <a:spcPts val="0"/>
              </a:spcAft>
              <a:buClr>
                <a:schemeClr val="dk1"/>
              </a:buClr>
              <a:buSzPts val="1400"/>
              <a:buFont typeface="Gill Sans"/>
              <a:buNone/>
              <a:defRPr/>
            </a:lvl2pPr>
            <a:lvl3pPr lvl="2" algn="l">
              <a:lnSpc>
                <a:spcPct val="100000"/>
              </a:lnSpc>
              <a:spcBef>
                <a:spcPts val="0"/>
              </a:spcBef>
              <a:spcAft>
                <a:spcPts val="0"/>
              </a:spcAft>
              <a:buClr>
                <a:schemeClr val="dk1"/>
              </a:buClr>
              <a:buSzPts val="1400"/>
              <a:buFont typeface="Gill Sans"/>
              <a:buNone/>
              <a:defRPr/>
            </a:lvl3pPr>
            <a:lvl4pPr lvl="3" algn="l">
              <a:lnSpc>
                <a:spcPct val="100000"/>
              </a:lnSpc>
              <a:spcBef>
                <a:spcPts val="0"/>
              </a:spcBef>
              <a:spcAft>
                <a:spcPts val="0"/>
              </a:spcAft>
              <a:buClr>
                <a:schemeClr val="dk1"/>
              </a:buClr>
              <a:buSzPts val="1400"/>
              <a:buFont typeface="Gill Sans"/>
              <a:buNone/>
              <a:defRPr/>
            </a:lvl4pPr>
            <a:lvl5pPr lvl="4" algn="l">
              <a:lnSpc>
                <a:spcPct val="100000"/>
              </a:lnSpc>
              <a:spcBef>
                <a:spcPts val="0"/>
              </a:spcBef>
              <a:spcAft>
                <a:spcPts val="0"/>
              </a:spcAft>
              <a:buClr>
                <a:schemeClr val="dk1"/>
              </a:buClr>
              <a:buSzPts val="1400"/>
              <a:buFont typeface="Gill Sans"/>
              <a:buNone/>
              <a:defRPr/>
            </a:lvl5pPr>
            <a:lvl6pPr lvl="5" algn="l">
              <a:lnSpc>
                <a:spcPct val="100000"/>
              </a:lnSpc>
              <a:spcBef>
                <a:spcPts val="0"/>
              </a:spcBef>
              <a:spcAft>
                <a:spcPts val="0"/>
              </a:spcAft>
              <a:buClr>
                <a:schemeClr val="dk1"/>
              </a:buClr>
              <a:buSzPts val="1400"/>
              <a:buFont typeface="Gill Sans"/>
              <a:buNone/>
              <a:defRPr/>
            </a:lvl6pPr>
            <a:lvl7pPr lvl="6" algn="l">
              <a:lnSpc>
                <a:spcPct val="100000"/>
              </a:lnSpc>
              <a:spcBef>
                <a:spcPts val="0"/>
              </a:spcBef>
              <a:spcAft>
                <a:spcPts val="0"/>
              </a:spcAft>
              <a:buClr>
                <a:schemeClr val="dk1"/>
              </a:buClr>
              <a:buSzPts val="1400"/>
              <a:buFont typeface="Gill Sans"/>
              <a:buNone/>
              <a:defRPr/>
            </a:lvl7pPr>
            <a:lvl8pPr lvl="7" algn="l">
              <a:lnSpc>
                <a:spcPct val="100000"/>
              </a:lnSpc>
              <a:spcBef>
                <a:spcPts val="0"/>
              </a:spcBef>
              <a:spcAft>
                <a:spcPts val="0"/>
              </a:spcAft>
              <a:buClr>
                <a:schemeClr val="dk1"/>
              </a:buClr>
              <a:buSzPts val="1400"/>
              <a:buFont typeface="Gill Sans"/>
              <a:buNone/>
              <a:defRPr/>
            </a:lvl8pPr>
            <a:lvl9pPr lvl="8" algn="l">
              <a:lnSpc>
                <a:spcPct val="100000"/>
              </a:lnSpc>
              <a:spcBef>
                <a:spcPts val="0"/>
              </a:spcBef>
              <a:spcAft>
                <a:spcPts val="0"/>
              </a:spcAft>
              <a:buClr>
                <a:schemeClr val="dk1"/>
              </a:buClr>
              <a:buSzPts val="1400"/>
              <a:buFont typeface="Gill Sans"/>
              <a:buNone/>
              <a:defRPr/>
            </a:lvl9pPr>
          </a:lstStyle>
          <a:p/>
        </p:txBody>
      </p:sp>
      <p:sp>
        <p:nvSpPr>
          <p:cNvPr id="72" name="Google Shape;72;p25"/>
          <p:cNvSpPr txBox="1"/>
          <p:nvPr>
            <p:ph idx="11" type="ftr"/>
          </p:nvPr>
        </p:nvSpPr>
        <p:spPr>
          <a:xfrm>
            <a:off x="3864864" y="6356350"/>
            <a:ext cx="4673600" cy="36576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Clr>
                <a:schemeClr val="dk2"/>
              </a:buClr>
              <a:buSzPts val="1400"/>
              <a:buFont typeface="Gill Sans"/>
              <a:buNone/>
              <a:defRPr/>
            </a:lvl1pPr>
            <a:lvl2pPr lvl="1" algn="l">
              <a:lnSpc>
                <a:spcPct val="100000"/>
              </a:lnSpc>
              <a:spcBef>
                <a:spcPts val="0"/>
              </a:spcBef>
              <a:spcAft>
                <a:spcPts val="0"/>
              </a:spcAft>
              <a:buClr>
                <a:schemeClr val="dk1"/>
              </a:buClr>
              <a:buSzPts val="1400"/>
              <a:buFont typeface="Gill Sans"/>
              <a:buNone/>
              <a:defRPr/>
            </a:lvl2pPr>
            <a:lvl3pPr lvl="2" algn="l">
              <a:lnSpc>
                <a:spcPct val="100000"/>
              </a:lnSpc>
              <a:spcBef>
                <a:spcPts val="0"/>
              </a:spcBef>
              <a:spcAft>
                <a:spcPts val="0"/>
              </a:spcAft>
              <a:buClr>
                <a:schemeClr val="dk1"/>
              </a:buClr>
              <a:buSzPts val="1400"/>
              <a:buFont typeface="Gill Sans"/>
              <a:buNone/>
              <a:defRPr/>
            </a:lvl3pPr>
            <a:lvl4pPr lvl="3" algn="l">
              <a:lnSpc>
                <a:spcPct val="100000"/>
              </a:lnSpc>
              <a:spcBef>
                <a:spcPts val="0"/>
              </a:spcBef>
              <a:spcAft>
                <a:spcPts val="0"/>
              </a:spcAft>
              <a:buClr>
                <a:schemeClr val="dk1"/>
              </a:buClr>
              <a:buSzPts val="1400"/>
              <a:buFont typeface="Gill Sans"/>
              <a:buNone/>
              <a:defRPr/>
            </a:lvl4pPr>
            <a:lvl5pPr lvl="4" algn="l">
              <a:lnSpc>
                <a:spcPct val="100000"/>
              </a:lnSpc>
              <a:spcBef>
                <a:spcPts val="0"/>
              </a:spcBef>
              <a:spcAft>
                <a:spcPts val="0"/>
              </a:spcAft>
              <a:buClr>
                <a:schemeClr val="dk1"/>
              </a:buClr>
              <a:buSzPts val="1400"/>
              <a:buFont typeface="Gill Sans"/>
              <a:buNone/>
              <a:defRPr/>
            </a:lvl5pPr>
            <a:lvl6pPr lvl="5" algn="l">
              <a:lnSpc>
                <a:spcPct val="100000"/>
              </a:lnSpc>
              <a:spcBef>
                <a:spcPts val="0"/>
              </a:spcBef>
              <a:spcAft>
                <a:spcPts val="0"/>
              </a:spcAft>
              <a:buClr>
                <a:schemeClr val="dk1"/>
              </a:buClr>
              <a:buSzPts val="1400"/>
              <a:buFont typeface="Gill Sans"/>
              <a:buNone/>
              <a:defRPr/>
            </a:lvl6pPr>
            <a:lvl7pPr lvl="6" algn="l">
              <a:lnSpc>
                <a:spcPct val="100000"/>
              </a:lnSpc>
              <a:spcBef>
                <a:spcPts val="0"/>
              </a:spcBef>
              <a:spcAft>
                <a:spcPts val="0"/>
              </a:spcAft>
              <a:buClr>
                <a:schemeClr val="dk1"/>
              </a:buClr>
              <a:buSzPts val="1400"/>
              <a:buFont typeface="Gill Sans"/>
              <a:buNone/>
              <a:defRPr/>
            </a:lvl7pPr>
            <a:lvl8pPr lvl="7" algn="l">
              <a:lnSpc>
                <a:spcPct val="100000"/>
              </a:lnSpc>
              <a:spcBef>
                <a:spcPts val="0"/>
              </a:spcBef>
              <a:spcAft>
                <a:spcPts val="0"/>
              </a:spcAft>
              <a:buClr>
                <a:schemeClr val="dk1"/>
              </a:buClr>
              <a:buSzPts val="1400"/>
              <a:buFont typeface="Gill Sans"/>
              <a:buNone/>
              <a:defRPr/>
            </a:lvl8pPr>
            <a:lvl9pPr lvl="8" algn="l">
              <a:lnSpc>
                <a:spcPct val="100000"/>
              </a:lnSpc>
              <a:spcBef>
                <a:spcPts val="0"/>
              </a:spcBef>
              <a:spcAft>
                <a:spcPts val="0"/>
              </a:spcAft>
              <a:buClr>
                <a:schemeClr val="dk1"/>
              </a:buClr>
              <a:buSzPts val="1400"/>
              <a:buFont typeface="Gill Sans"/>
              <a:buNone/>
              <a:defRPr/>
            </a:lvl9pPr>
          </a:lstStyle>
          <a:p/>
        </p:txBody>
      </p:sp>
      <p:sp>
        <p:nvSpPr>
          <p:cNvPr id="73" name="Google Shape;73;p25"/>
          <p:cNvSpPr txBox="1"/>
          <p:nvPr>
            <p:ph idx="12" type="sldNum"/>
          </p:nvPr>
        </p:nvSpPr>
        <p:spPr>
          <a:xfrm>
            <a:off x="816864" y="6356350"/>
            <a:ext cx="2641600" cy="36576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1pPr>
            <a:lvl2pPr indent="0" lvl="1"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2pPr>
            <a:lvl3pPr indent="0" lvl="2"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3pPr>
            <a:lvl4pPr indent="0" lvl="3"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4pPr>
            <a:lvl5pPr indent="0" lvl="4"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5pPr>
            <a:lvl6pPr indent="0" lvl="5"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6pPr>
            <a:lvl7pPr indent="0" lvl="6"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7pPr>
            <a:lvl8pPr indent="0" lvl="7"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8pPr>
            <a:lvl9pPr indent="0" lvl="8"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9pPr>
          </a:lstStyle>
          <a:p>
            <a:pPr indent="0" lvl="0" marL="0" rtl="0" algn="l">
              <a:spcBef>
                <a:spcPts val="0"/>
              </a:spcBef>
              <a:spcAft>
                <a:spcPts val="0"/>
              </a:spcAft>
              <a:buNone/>
            </a:pPr>
            <a:fld id="{00000000-1234-1234-1234-123412341234}" type="slidenum">
              <a:rPr lang="en-US"/>
              <a:t>‹#›</a:t>
            </a:fld>
            <a:endParaRPr/>
          </a:p>
        </p:txBody>
      </p:sp>
      <p:sp>
        <p:nvSpPr>
          <p:cNvPr id="74" name="Google Shape;74;p25"/>
          <p:cNvSpPr txBox="1"/>
          <p:nvPr>
            <p:ph idx="3" type="body"/>
          </p:nvPr>
        </p:nvSpPr>
        <p:spPr>
          <a:xfrm>
            <a:off x="609600" y="2133600"/>
            <a:ext cx="5384800" cy="4038600"/>
          </a:xfrm>
          <a:prstGeom prst="rect">
            <a:avLst/>
          </a:prstGeom>
          <a:noFill/>
          <a:ln>
            <a:noFill/>
          </a:ln>
        </p:spPr>
        <p:txBody>
          <a:bodyPr anchorCtr="0" anchor="t" bIns="45700" lIns="91425" spcFirstLastPara="1" rIns="91425" wrap="square" tIns="45700">
            <a:normAutofit/>
          </a:bodyPr>
          <a:lstStyle>
            <a:lvl1pPr indent="-315468" lvl="0" marL="457200" algn="l">
              <a:lnSpc>
                <a:spcPct val="100000"/>
              </a:lnSpc>
              <a:spcBef>
                <a:spcPts val="600"/>
              </a:spcBef>
              <a:spcAft>
                <a:spcPts val="0"/>
              </a:spcAft>
              <a:buSzPts val="1368"/>
              <a:buChar char="?"/>
              <a:defRPr/>
            </a:lvl1pPr>
            <a:lvl2pPr indent="-315468" lvl="1" marL="914400" algn="l">
              <a:lnSpc>
                <a:spcPct val="100000"/>
              </a:lnSpc>
              <a:spcBef>
                <a:spcPts val="500"/>
              </a:spcBef>
              <a:spcAft>
                <a:spcPts val="0"/>
              </a:spcAft>
              <a:buSzPts val="1368"/>
              <a:buChar char="?"/>
              <a:defRPr/>
            </a:lvl2pPr>
            <a:lvl3pPr indent="-315467" lvl="2" marL="1371600" algn="l">
              <a:lnSpc>
                <a:spcPct val="100000"/>
              </a:lnSpc>
              <a:spcBef>
                <a:spcPts val="500"/>
              </a:spcBef>
              <a:spcAft>
                <a:spcPts val="0"/>
              </a:spcAft>
              <a:buSzPts val="1368"/>
              <a:buChar char="?"/>
              <a:defRPr/>
            </a:lvl3pPr>
            <a:lvl4pPr indent="-308610" lvl="3" marL="1828800" algn="l">
              <a:lnSpc>
                <a:spcPct val="100000"/>
              </a:lnSpc>
              <a:spcBef>
                <a:spcPts val="400"/>
              </a:spcBef>
              <a:spcAft>
                <a:spcPts val="0"/>
              </a:spcAft>
              <a:buSzPts val="1260"/>
              <a:buChar char="◻"/>
              <a:defRPr/>
            </a:lvl4pPr>
            <a:lvl5pPr indent="-308610" lvl="4" marL="2286000" algn="l">
              <a:lnSpc>
                <a:spcPct val="100000"/>
              </a:lnSpc>
              <a:spcBef>
                <a:spcPts val="300"/>
              </a:spcBef>
              <a:spcAft>
                <a:spcPts val="0"/>
              </a:spcAft>
              <a:buSzPts val="1260"/>
              <a:buChar char="◻"/>
              <a:defRPr/>
            </a:lvl5pPr>
            <a:lvl6pPr indent="-314325" lvl="5" marL="2743200" algn="l">
              <a:lnSpc>
                <a:spcPct val="100000"/>
              </a:lnSpc>
              <a:spcBef>
                <a:spcPts val="300"/>
              </a:spcBef>
              <a:spcAft>
                <a:spcPts val="0"/>
              </a:spcAft>
              <a:buSzPts val="1350"/>
              <a:buChar char="?"/>
              <a:defRPr/>
            </a:lvl6pPr>
            <a:lvl7pPr indent="-314325" lvl="6" marL="3200400" algn="l">
              <a:lnSpc>
                <a:spcPct val="100000"/>
              </a:lnSpc>
              <a:spcBef>
                <a:spcPts val="300"/>
              </a:spcBef>
              <a:spcAft>
                <a:spcPts val="0"/>
              </a:spcAft>
              <a:buSzPts val="1350"/>
              <a:buChar char="?"/>
              <a:defRPr/>
            </a:lvl7pPr>
            <a:lvl8pPr indent="-314325" lvl="7" marL="3657600" algn="l">
              <a:lnSpc>
                <a:spcPct val="100000"/>
              </a:lnSpc>
              <a:spcBef>
                <a:spcPts val="300"/>
              </a:spcBef>
              <a:spcAft>
                <a:spcPts val="0"/>
              </a:spcAft>
              <a:buSzPts val="1350"/>
              <a:buChar char="?"/>
              <a:defRPr/>
            </a:lvl8pPr>
            <a:lvl9pPr indent="-314325" lvl="8" marL="4114800" algn="l">
              <a:lnSpc>
                <a:spcPct val="100000"/>
              </a:lnSpc>
              <a:spcBef>
                <a:spcPts val="300"/>
              </a:spcBef>
              <a:spcAft>
                <a:spcPts val="0"/>
              </a:spcAft>
              <a:buSzPts val="1350"/>
              <a:buChar char="?"/>
              <a:defRPr/>
            </a:lvl9pPr>
          </a:lstStyle>
          <a:p/>
        </p:txBody>
      </p:sp>
      <p:sp>
        <p:nvSpPr>
          <p:cNvPr id="75" name="Google Shape;75;p25"/>
          <p:cNvSpPr txBox="1"/>
          <p:nvPr>
            <p:ph idx="4" type="body"/>
          </p:nvPr>
        </p:nvSpPr>
        <p:spPr>
          <a:xfrm>
            <a:off x="6197600" y="2133600"/>
            <a:ext cx="5384800" cy="4038600"/>
          </a:xfrm>
          <a:prstGeom prst="rect">
            <a:avLst/>
          </a:prstGeom>
          <a:noFill/>
          <a:ln>
            <a:noFill/>
          </a:ln>
        </p:spPr>
        <p:txBody>
          <a:bodyPr anchorCtr="0" anchor="t" bIns="45700" lIns="91425" spcFirstLastPara="1" rIns="91425" wrap="square" tIns="45700">
            <a:normAutofit/>
          </a:bodyPr>
          <a:lstStyle>
            <a:lvl1pPr indent="-315468" lvl="0" marL="457200" algn="l">
              <a:lnSpc>
                <a:spcPct val="100000"/>
              </a:lnSpc>
              <a:spcBef>
                <a:spcPts val="600"/>
              </a:spcBef>
              <a:spcAft>
                <a:spcPts val="0"/>
              </a:spcAft>
              <a:buSzPts val="1368"/>
              <a:buChar char="?"/>
              <a:defRPr/>
            </a:lvl1pPr>
            <a:lvl2pPr indent="-315468" lvl="1" marL="914400" algn="l">
              <a:lnSpc>
                <a:spcPct val="100000"/>
              </a:lnSpc>
              <a:spcBef>
                <a:spcPts val="500"/>
              </a:spcBef>
              <a:spcAft>
                <a:spcPts val="0"/>
              </a:spcAft>
              <a:buSzPts val="1368"/>
              <a:buChar char="?"/>
              <a:defRPr/>
            </a:lvl2pPr>
            <a:lvl3pPr indent="-315467" lvl="2" marL="1371600" algn="l">
              <a:lnSpc>
                <a:spcPct val="100000"/>
              </a:lnSpc>
              <a:spcBef>
                <a:spcPts val="500"/>
              </a:spcBef>
              <a:spcAft>
                <a:spcPts val="0"/>
              </a:spcAft>
              <a:buSzPts val="1368"/>
              <a:buChar char="?"/>
              <a:defRPr/>
            </a:lvl3pPr>
            <a:lvl4pPr indent="-308610" lvl="3" marL="1828800" algn="l">
              <a:lnSpc>
                <a:spcPct val="100000"/>
              </a:lnSpc>
              <a:spcBef>
                <a:spcPts val="400"/>
              </a:spcBef>
              <a:spcAft>
                <a:spcPts val="0"/>
              </a:spcAft>
              <a:buSzPts val="1260"/>
              <a:buChar char="◻"/>
              <a:defRPr/>
            </a:lvl4pPr>
            <a:lvl5pPr indent="-308610" lvl="4" marL="2286000" algn="l">
              <a:lnSpc>
                <a:spcPct val="100000"/>
              </a:lnSpc>
              <a:spcBef>
                <a:spcPts val="300"/>
              </a:spcBef>
              <a:spcAft>
                <a:spcPts val="0"/>
              </a:spcAft>
              <a:buSzPts val="1260"/>
              <a:buChar char="◻"/>
              <a:defRPr/>
            </a:lvl5pPr>
            <a:lvl6pPr indent="-314325" lvl="5" marL="2743200" algn="l">
              <a:lnSpc>
                <a:spcPct val="100000"/>
              </a:lnSpc>
              <a:spcBef>
                <a:spcPts val="300"/>
              </a:spcBef>
              <a:spcAft>
                <a:spcPts val="0"/>
              </a:spcAft>
              <a:buSzPts val="1350"/>
              <a:buChar char="?"/>
              <a:defRPr/>
            </a:lvl6pPr>
            <a:lvl7pPr indent="-314325" lvl="6" marL="3200400" algn="l">
              <a:lnSpc>
                <a:spcPct val="100000"/>
              </a:lnSpc>
              <a:spcBef>
                <a:spcPts val="300"/>
              </a:spcBef>
              <a:spcAft>
                <a:spcPts val="0"/>
              </a:spcAft>
              <a:buSzPts val="1350"/>
              <a:buChar char="?"/>
              <a:defRPr/>
            </a:lvl7pPr>
            <a:lvl8pPr indent="-314325" lvl="7" marL="3657600" algn="l">
              <a:lnSpc>
                <a:spcPct val="100000"/>
              </a:lnSpc>
              <a:spcBef>
                <a:spcPts val="300"/>
              </a:spcBef>
              <a:spcAft>
                <a:spcPts val="0"/>
              </a:spcAft>
              <a:buSzPts val="1350"/>
              <a:buChar char="?"/>
              <a:defRPr/>
            </a:lvl8pPr>
            <a:lvl9pPr indent="-314325" lvl="8" marL="4114800" algn="l">
              <a:lnSpc>
                <a:spcPct val="100000"/>
              </a:lnSpc>
              <a:spcBef>
                <a:spcPts val="300"/>
              </a:spcBef>
              <a:spcAft>
                <a:spcPts val="0"/>
              </a:spcAft>
              <a:buSzPts val="135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showMasterSp="0" type="objTx">
  <p:cSld name="OBJECT_WITH_CAPTION_TEXT">
    <p:spTree>
      <p:nvGrpSpPr>
        <p:cNvPr id="76" name="Shape 76"/>
        <p:cNvGrpSpPr/>
        <p:nvPr/>
      </p:nvGrpSpPr>
      <p:grpSpPr>
        <a:xfrm>
          <a:off x="0" y="0"/>
          <a:ext cx="0" cy="0"/>
          <a:chOff x="0" y="0"/>
          <a:chExt cx="0" cy="0"/>
        </a:xfrm>
      </p:grpSpPr>
      <p:sp>
        <p:nvSpPr>
          <p:cNvPr id="77" name="Google Shape;77;p26"/>
          <p:cNvSpPr txBox="1"/>
          <p:nvPr>
            <p:ph type="title"/>
          </p:nvPr>
        </p:nvSpPr>
        <p:spPr>
          <a:xfrm>
            <a:off x="8432800" y="304800"/>
            <a:ext cx="3352800" cy="838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dk2"/>
              </a:buClr>
              <a:buSzPts val="2000"/>
              <a:buFont typeface="Gill Sans"/>
              <a:buNone/>
              <a:defRPr b="1" sz="2000">
                <a:solidFill>
                  <a:schemeClr val="dk2"/>
                </a:solidFill>
                <a:latin typeface="Gill Sans"/>
                <a:ea typeface="Gill Sans"/>
                <a:cs typeface="Gill Sans"/>
                <a:sym typeface="Gill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6"/>
          <p:cNvSpPr txBox="1"/>
          <p:nvPr>
            <p:ph idx="1" type="body"/>
          </p:nvPr>
        </p:nvSpPr>
        <p:spPr>
          <a:xfrm>
            <a:off x="8432800" y="1219203"/>
            <a:ext cx="3352800" cy="4843463"/>
          </a:xfrm>
          <a:prstGeom prst="rect">
            <a:avLst/>
          </a:prstGeom>
          <a:noFill/>
          <a:ln>
            <a:noFill/>
          </a:ln>
        </p:spPr>
        <p:txBody>
          <a:bodyPr anchorCtr="0" anchor="t" bIns="45700" lIns="91425" spcFirstLastPara="1" rIns="91425" wrap="square" tIns="45700">
            <a:normAutofit/>
          </a:bodyPr>
          <a:lstStyle>
            <a:lvl1pPr indent="-228600" lvl="0" marL="457200" algn="l">
              <a:lnSpc>
                <a:spcPct val="137500"/>
              </a:lnSpc>
              <a:spcBef>
                <a:spcPts val="600"/>
              </a:spcBef>
              <a:spcAft>
                <a:spcPts val="0"/>
              </a:spcAft>
              <a:buSzPts val="1216"/>
              <a:buNone/>
              <a:defRPr sz="1600">
                <a:solidFill>
                  <a:schemeClr val="dk2"/>
                </a:solidFill>
              </a:defRPr>
            </a:lvl1pPr>
            <a:lvl2pPr indent="-228600" lvl="1" marL="914400" algn="l">
              <a:lnSpc>
                <a:spcPct val="100000"/>
              </a:lnSpc>
              <a:spcBef>
                <a:spcPts val="1000"/>
              </a:spcBef>
              <a:spcAft>
                <a:spcPts val="0"/>
              </a:spcAft>
              <a:buSzPts val="912"/>
              <a:buNone/>
              <a:defRPr sz="1200"/>
            </a:lvl2pPr>
            <a:lvl3pPr indent="-228600" lvl="2" marL="1371600" algn="l">
              <a:lnSpc>
                <a:spcPct val="100000"/>
              </a:lnSpc>
              <a:spcBef>
                <a:spcPts val="500"/>
              </a:spcBef>
              <a:spcAft>
                <a:spcPts val="0"/>
              </a:spcAft>
              <a:buSzPts val="760"/>
              <a:buNone/>
              <a:defRPr sz="1000"/>
            </a:lvl3pPr>
            <a:lvl4pPr indent="-228600" lvl="3" marL="1828800" algn="l">
              <a:lnSpc>
                <a:spcPct val="100000"/>
              </a:lnSpc>
              <a:spcBef>
                <a:spcPts val="400"/>
              </a:spcBef>
              <a:spcAft>
                <a:spcPts val="0"/>
              </a:spcAft>
              <a:buSzPts val="630"/>
              <a:buNone/>
              <a:defRPr sz="900"/>
            </a:lvl4pPr>
            <a:lvl5pPr indent="-228600" lvl="4" marL="2286000" algn="l">
              <a:lnSpc>
                <a:spcPct val="100000"/>
              </a:lnSpc>
              <a:spcBef>
                <a:spcPts val="300"/>
              </a:spcBef>
              <a:spcAft>
                <a:spcPts val="0"/>
              </a:spcAft>
              <a:buSzPts val="630"/>
              <a:buNone/>
              <a:defRPr sz="900"/>
            </a:lvl5pPr>
            <a:lvl6pPr indent="-314325" lvl="5" marL="2743200" algn="l">
              <a:lnSpc>
                <a:spcPct val="100000"/>
              </a:lnSpc>
              <a:spcBef>
                <a:spcPts val="300"/>
              </a:spcBef>
              <a:spcAft>
                <a:spcPts val="0"/>
              </a:spcAft>
              <a:buSzPts val="1350"/>
              <a:buChar char="?"/>
              <a:defRPr/>
            </a:lvl6pPr>
            <a:lvl7pPr indent="-314325" lvl="6" marL="3200400" algn="l">
              <a:lnSpc>
                <a:spcPct val="100000"/>
              </a:lnSpc>
              <a:spcBef>
                <a:spcPts val="300"/>
              </a:spcBef>
              <a:spcAft>
                <a:spcPts val="0"/>
              </a:spcAft>
              <a:buSzPts val="1350"/>
              <a:buChar char="?"/>
              <a:defRPr/>
            </a:lvl7pPr>
            <a:lvl8pPr indent="-314325" lvl="7" marL="3657600" algn="l">
              <a:lnSpc>
                <a:spcPct val="100000"/>
              </a:lnSpc>
              <a:spcBef>
                <a:spcPts val="300"/>
              </a:spcBef>
              <a:spcAft>
                <a:spcPts val="0"/>
              </a:spcAft>
              <a:buSzPts val="1350"/>
              <a:buChar char="?"/>
              <a:defRPr/>
            </a:lvl8pPr>
            <a:lvl9pPr indent="-314325" lvl="8" marL="4114800" algn="l">
              <a:lnSpc>
                <a:spcPct val="100000"/>
              </a:lnSpc>
              <a:spcBef>
                <a:spcPts val="300"/>
              </a:spcBef>
              <a:spcAft>
                <a:spcPts val="0"/>
              </a:spcAft>
              <a:buSzPts val="1350"/>
              <a:buChar char="?"/>
              <a:defRPr/>
            </a:lvl9pPr>
          </a:lstStyle>
          <a:p/>
        </p:txBody>
      </p:sp>
      <p:sp>
        <p:nvSpPr>
          <p:cNvPr id="79" name="Google Shape;79;p26"/>
          <p:cNvSpPr txBox="1"/>
          <p:nvPr>
            <p:ph idx="10" type="dt"/>
          </p:nvPr>
        </p:nvSpPr>
        <p:spPr>
          <a:xfrm>
            <a:off x="8534400" y="6356350"/>
            <a:ext cx="3052064" cy="36576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dk2"/>
              </a:buClr>
              <a:buSzPts val="1400"/>
              <a:buFont typeface="Gill Sans"/>
              <a:buNone/>
              <a:defRPr/>
            </a:lvl1pPr>
            <a:lvl2pPr lvl="1" algn="l">
              <a:lnSpc>
                <a:spcPct val="100000"/>
              </a:lnSpc>
              <a:spcBef>
                <a:spcPts val="0"/>
              </a:spcBef>
              <a:spcAft>
                <a:spcPts val="0"/>
              </a:spcAft>
              <a:buClr>
                <a:schemeClr val="dk1"/>
              </a:buClr>
              <a:buSzPts val="1400"/>
              <a:buFont typeface="Gill Sans"/>
              <a:buNone/>
              <a:defRPr/>
            </a:lvl2pPr>
            <a:lvl3pPr lvl="2" algn="l">
              <a:lnSpc>
                <a:spcPct val="100000"/>
              </a:lnSpc>
              <a:spcBef>
                <a:spcPts val="0"/>
              </a:spcBef>
              <a:spcAft>
                <a:spcPts val="0"/>
              </a:spcAft>
              <a:buClr>
                <a:schemeClr val="dk1"/>
              </a:buClr>
              <a:buSzPts val="1400"/>
              <a:buFont typeface="Gill Sans"/>
              <a:buNone/>
              <a:defRPr/>
            </a:lvl3pPr>
            <a:lvl4pPr lvl="3" algn="l">
              <a:lnSpc>
                <a:spcPct val="100000"/>
              </a:lnSpc>
              <a:spcBef>
                <a:spcPts val="0"/>
              </a:spcBef>
              <a:spcAft>
                <a:spcPts val="0"/>
              </a:spcAft>
              <a:buClr>
                <a:schemeClr val="dk1"/>
              </a:buClr>
              <a:buSzPts val="1400"/>
              <a:buFont typeface="Gill Sans"/>
              <a:buNone/>
              <a:defRPr/>
            </a:lvl4pPr>
            <a:lvl5pPr lvl="4" algn="l">
              <a:lnSpc>
                <a:spcPct val="100000"/>
              </a:lnSpc>
              <a:spcBef>
                <a:spcPts val="0"/>
              </a:spcBef>
              <a:spcAft>
                <a:spcPts val="0"/>
              </a:spcAft>
              <a:buClr>
                <a:schemeClr val="dk1"/>
              </a:buClr>
              <a:buSzPts val="1400"/>
              <a:buFont typeface="Gill Sans"/>
              <a:buNone/>
              <a:defRPr/>
            </a:lvl5pPr>
            <a:lvl6pPr lvl="5" algn="l">
              <a:lnSpc>
                <a:spcPct val="100000"/>
              </a:lnSpc>
              <a:spcBef>
                <a:spcPts val="0"/>
              </a:spcBef>
              <a:spcAft>
                <a:spcPts val="0"/>
              </a:spcAft>
              <a:buClr>
                <a:schemeClr val="dk1"/>
              </a:buClr>
              <a:buSzPts val="1400"/>
              <a:buFont typeface="Gill Sans"/>
              <a:buNone/>
              <a:defRPr/>
            </a:lvl6pPr>
            <a:lvl7pPr lvl="6" algn="l">
              <a:lnSpc>
                <a:spcPct val="100000"/>
              </a:lnSpc>
              <a:spcBef>
                <a:spcPts val="0"/>
              </a:spcBef>
              <a:spcAft>
                <a:spcPts val="0"/>
              </a:spcAft>
              <a:buClr>
                <a:schemeClr val="dk1"/>
              </a:buClr>
              <a:buSzPts val="1400"/>
              <a:buFont typeface="Gill Sans"/>
              <a:buNone/>
              <a:defRPr/>
            </a:lvl7pPr>
            <a:lvl8pPr lvl="7" algn="l">
              <a:lnSpc>
                <a:spcPct val="100000"/>
              </a:lnSpc>
              <a:spcBef>
                <a:spcPts val="0"/>
              </a:spcBef>
              <a:spcAft>
                <a:spcPts val="0"/>
              </a:spcAft>
              <a:buClr>
                <a:schemeClr val="dk1"/>
              </a:buClr>
              <a:buSzPts val="1400"/>
              <a:buFont typeface="Gill Sans"/>
              <a:buNone/>
              <a:defRPr/>
            </a:lvl8pPr>
            <a:lvl9pPr lvl="8" algn="l">
              <a:lnSpc>
                <a:spcPct val="100000"/>
              </a:lnSpc>
              <a:spcBef>
                <a:spcPts val="0"/>
              </a:spcBef>
              <a:spcAft>
                <a:spcPts val="0"/>
              </a:spcAft>
              <a:buClr>
                <a:schemeClr val="dk1"/>
              </a:buClr>
              <a:buSzPts val="1400"/>
              <a:buFont typeface="Gill Sans"/>
              <a:buNone/>
              <a:defRPr/>
            </a:lvl9pPr>
          </a:lstStyle>
          <a:p/>
        </p:txBody>
      </p:sp>
      <p:sp>
        <p:nvSpPr>
          <p:cNvPr id="80" name="Google Shape;80;p26"/>
          <p:cNvSpPr txBox="1"/>
          <p:nvPr>
            <p:ph idx="11" type="ftr"/>
          </p:nvPr>
        </p:nvSpPr>
        <p:spPr>
          <a:xfrm>
            <a:off x="3864864" y="6356350"/>
            <a:ext cx="4673600" cy="36576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Clr>
                <a:schemeClr val="dk2"/>
              </a:buClr>
              <a:buSzPts val="1400"/>
              <a:buFont typeface="Gill Sans"/>
              <a:buNone/>
              <a:defRPr/>
            </a:lvl1pPr>
            <a:lvl2pPr lvl="1" algn="l">
              <a:lnSpc>
                <a:spcPct val="100000"/>
              </a:lnSpc>
              <a:spcBef>
                <a:spcPts val="0"/>
              </a:spcBef>
              <a:spcAft>
                <a:spcPts val="0"/>
              </a:spcAft>
              <a:buClr>
                <a:schemeClr val="dk1"/>
              </a:buClr>
              <a:buSzPts val="1400"/>
              <a:buFont typeface="Gill Sans"/>
              <a:buNone/>
              <a:defRPr/>
            </a:lvl2pPr>
            <a:lvl3pPr lvl="2" algn="l">
              <a:lnSpc>
                <a:spcPct val="100000"/>
              </a:lnSpc>
              <a:spcBef>
                <a:spcPts val="0"/>
              </a:spcBef>
              <a:spcAft>
                <a:spcPts val="0"/>
              </a:spcAft>
              <a:buClr>
                <a:schemeClr val="dk1"/>
              </a:buClr>
              <a:buSzPts val="1400"/>
              <a:buFont typeface="Gill Sans"/>
              <a:buNone/>
              <a:defRPr/>
            </a:lvl3pPr>
            <a:lvl4pPr lvl="3" algn="l">
              <a:lnSpc>
                <a:spcPct val="100000"/>
              </a:lnSpc>
              <a:spcBef>
                <a:spcPts val="0"/>
              </a:spcBef>
              <a:spcAft>
                <a:spcPts val="0"/>
              </a:spcAft>
              <a:buClr>
                <a:schemeClr val="dk1"/>
              </a:buClr>
              <a:buSzPts val="1400"/>
              <a:buFont typeface="Gill Sans"/>
              <a:buNone/>
              <a:defRPr/>
            </a:lvl4pPr>
            <a:lvl5pPr lvl="4" algn="l">
              <a:lnSpc>
                <a:spcPct val="100000"/>
              </a:lnSpc>
              <a:spcBef>
                <a:spcPts val="0"/>
              </a:spcBef>
              <a:spcAft>
                <a:spcPts val="0"/>
              </a:spcAft>
              <a:buClr>
                <a:schemeClr val="dk1"/>
              </a:buClr>
              <a:buSzPts val="1400"/>
              <a:buFont typeface="Gill Sans"/>
              <a:buNone/>
              <a:defRPr/>
            </a:lvl5pPr>
            <a:lvl6pPr lvl="5" algn="l">
              <a:lnSpc>
                <a:spcPct val="100000"/>
              </a:lnSpc>
              <a:spcBef>
                <a:spcPts val="0"/>
              </a:spcBef>
              <a:spcAft>
                <a:spcPts val="0"/>
              </a:spcAft>
              <a:buClr>
                <a:schemeClr val="dk1"/>
              </a:buClr>
              <a:buSzPts val="1400"/>
              <a:buFont typeface="Gill Sans"/>
              <a:buNone/>
              <a:defRPr/>
            </a:lvl6pPr>
            <a:lvl7pPr lvl="6" algn="l">
              <a:lnSpc>
                <a:spcPct val="100000"/>
              </a:lnSpc>
              <a:spcBef>
                <a:spcPts val="0"/>
              </a:spcBef>
              <a:spcAft>
                <a:spcPts val="0"/>
              </a:spcAft>
              <a:buClr>
                <a:schemeClr val="dk1"/>
              </a:buClr>
              <a:buSzPts val="1400"/>
              <a:buFont typeface="Gill Sans"/>
              <a:buNone/>
              <a:defRPr/>
            </a:lvl7pPr>
            <a:lvl8pPr lvl="7" algn="l">
              <a:lnSpc>
                <a:spcPct val="100000"/>
              </a:lnSpc>
              <a:spcBef>
                <a:spcPts val="0"/>
              </a:spcBef>
              <a:spcAft>
                <a:spcPts val="0"/>
              </a:spcAft>
              <a:buClr>
                <a:schemeClr val="dk1"/>
              </a:buClr>
              <a:buSzPts val="1400"/>
              <a:buFont typeface="Gill Sans"/>
              <a:buNone/>
              <a:defRPr/>
            </a:lvl8pPr>
            <a:lvl9pPr lvl="8" algn="l">
              <a:lnSpc>
                <a:spcPct val="100000"/>
              </a:lnSpc>
              <a:spcBef>
                <a:spcPts val="0"/>
              </a:spcBef>
              <a:spcAft>
                <a:spcPts val="0"/>
              </a:spcAft>
              <a:buClr>
                <a:schemeClr val="dk1"/>
              </a:buClr>
              <a:buSzPts val="1400"/>
              <a:buFont typeface="Gill Sans"/>
              <a:buNone/>
              <a:defRPr/>
            </a:lvl9pPr>
          </a:lstStyle>
          <a:p/>
        </p:txBody>
      </p:sp>
      <p:sp>
        <p:nvSpPr>
          <p:cNvPr id="81" name="Google Shape;81;p26"/>
          <p:cNvSpPr txBox="1"/>
          <p:nvPr>
            <p:ph idx="12" type="sldNum"/>
          </p:nvPr>
        </p:nvSpPr>
        <p:spPr>
          <a:xfrm>
            <a:off x="816864" y="6356350"/>
            <a:ext cx="2641600" cy="36576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1pPr>
            <a:lvl2pPr indent="0" lvl="1"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2pPr>
            <a:lvl3pPr indent="0" lvl="2"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3pPr>
            <a:lvl4pPr indent="0" lvl="3"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4pPr>
            <a:lvl5pPr indent="0" lvl="4"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5pPr>
            <a:lvl6pPr indent="0" lvl="5"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6pPr>
            <a:lvl7pPr indent="0" lvl="6"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7pPr>
            <a:lvl8pPr indent="0" lvl="7"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8pPr>
            <a:lvl9pPr indent="0" lvl="8"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9pPr>
          </a:lstStyle>
          <a:p>
            <a:pPr indent="0" lvl="0" marL="0" rtl="0" algn="l">
              <a:spcBef>
                <a:spcPts val="0"/>
              </a:spcBef>
              <a:spcAft>
                <a:spcPts val="0"/>
              </a:spcAft>
              <a:buNone/>
            </a:pPr>
            <a:fld id="{00000000-1234-1234-1234-123412341234}" type="slidenum">
              <a:rPr lang="en-US"/>
              <a:t>‹#›</a:t>
            </a:fld>
            <a:endParaRPr/>
          </a:p>
        </p:txBody>
      </p:sp>
      <p:cxnSp>
        <p:nvCxnSpPr>
          <p:cNvPr id="82" name="Google Shape;82;p26"/>
          <p:cNvCxnSpPr/>
          <p:nvPr/>
        </p:nvCxnSpPr>
        <p:spPr>
          <a:xfrm>
            <a:off x="609600" y="6353175"/>
            <a:ext cx="10972800" cy="0"/>
          </a:xfrm>
          <a:prstGeom prst="straightConnector1">
            <a:avLst/>
          </a:prstGeom>
          <a:noFill/>
          <a:ln cap="flat" cmpd="sng" w="9525">
            <a:solidFill>
              <a:schemeClr val="accent2"/>
            </a:solidFill>
            <a:prstDash val="dash"/>
            <a:round/>
            <a:headEnd len="sm" w="sm" type="none"/>
            <a:tailEnd len="sm" w="sm" type="none"/>
          </a:ln>
        </p:spPr>
      </p:cxnSp>
      <p:cxnSp>
        <p:nvCxnSpPr>
          <p:cNvPr id="83" name="Google Shape;83;p26"/>
          <p:cNvCxnSpPr/>
          <p:nvPr/>
        </p:nvCxnSpPr>
        <p:spPr>
          <a:xfrm rot="5400000">
            <a:off x="5220033" y="3324225"/>
            <a:ext cx="6035040" cy="0"/>
          </a:xfrm>
          <a:prstGeom prst="straightConnector1">
            <a:avLst/>
          </a:prstGeom>
          <a:noFill/>
          <a:ln cap="flat" cmpd="sng" w="9525">
            <a:solidFill>
              <a:schemeClr val="accent2"/>
            </a:solidFill>
            <a:prstDash val="dash"/>
            <a:round/>
            <a:headEnd len="sm" w="sm" type="none"/>
            <a:tailEnd len="sm" w="sm" type="none"/>
          </a:ln>
        </p:spPr>
      </p:cxnSp>
      <p:sp>
        <p:nvSpPr>
          <p:cNvPr id="84" name="Google Shape;84;p26"/>
          <p:cNvSpPr/>
          <p:nvPr/>
        </p:nvSpPr>
        <p:spPr>
          <a:xfrm rot="5400000">
            <a:off x="590614" y="6447425"/>
            <a:ext cx="190849" cy="160418"/>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85" name="Google Shape;85;p26"/>
          <p:cNvSpPr txBox="1"/>
          <p:nvPr>
            <p:ph idx="2" type="body"/>
          </p:nvPr>
        </p:nvSpPr>
        <p:spPr>
          <a:xfrm>
            <a:off x="406400" y="304800"/>
            <a:ext cx="7620000" cy="5715000"/>
          </a:xfrm>
          <a:prstGeom prst="rect">
            <a:avLst/>
          </a:prstGeom>
          <a:noFill/>
          <a:ln>
            <a:noFill/>
          </a:ln>
        </p:spPr>
        <p:txBody>
          <a:bodyPr anchorCtr="0" anchor="t" bIns="45700" lIns="91425" spcFirstLastPara="1" rIns="91425" wrap="square" tIns="45700">
            <a:normAutofit/>
          </a:bodyPr>
          <a:lstStyle>
            <a:lvl1pPr indent="-315468" lvl="0" marL="457200" algn="l">
              <a:lnSpc>
                <a:spcPct val="100000"/>
              </a:lnSpc>
              <a:spcBef>
                <a:spcPts val="600"/>
              </a:spcBef>
              <a:spcAft>
                <a:spcPts val="0"/>
              </a:spcAft>
              <a:buSzPts val="1368"/>
              <a:buChar char="?"/>
              <a:defRPr/>
            </a:lvl1pPr>
            <a:lvl2pPr indent="-315468" lvl="1" marL="914400" algn="l">
              <a:lnSpc>
                <a:spcPct val="100000"/>
              </a:lnSpc>
              <a:spcBef>
                <a:spcPts val="500"/>
              </a:spcBef>
              <a:spcAft>
                <a:spcPts val="0"/>
              </a:spcAft>
              <a:buSzPts val="1368"/>
              <a:buChar char="?"/>
              <a:defRPr/>
            </a:lvl2pPr>
            <a:lvl3pPr indent="-315467" lvl="2" marL="1371600" algn="l">
              <a:lnSpc>
                <a:spcPct val="100000"/>
              </a:lnSpc>
              <a:spcBef>
                <a:spcPts val="500"/>
              </a:spcBef>
              <a:spcAft>
                <a:spcPts val="0"/>
              </a:spcAft>
              <a:buSzPts val="1368"/>
              <a:buChar char="?"/>
              <a:defRPr/>
            </a:lvl3pPr>
            <a:lvl4pPr indent="-308610" lvl="3" marL="1828800" algn="l">
              <a:lnSpc>
                <a:spcPct val="100000"/>
              </a:lnSpc>
              <a:spcBef>
                <a:spcPts val="400"/>
              </a:spcBef>
              <a:spcAft>
                <a:spcPts val="0"/>
              </a:spcAft>
              <a:buSzPts val="1260"/>
              <a:buChar char="◻"/>
              <a:defRPr/>
            </a:lvl4pPr>
            <a:lvl5pPr indent="-308610" lvl="4" marL="2286000" algn="l">
              <a:lnSpc>
                <a:spcPct val="100000"/>
              </a:lnSpc>
              <a:spcBef>
                <a:spcPts val="300"/>
              </a:spcBef>
              <a:spcAft>
                <a:spcPts val="0"/>
              </a:spcAft>
              <a:buSzPts val="1260"/>
              <a:buChar char="◻"/>
              <a:defRPr/>
            </a:lvl5pPr>
            <a:lvl6pPr indent="-314325" lvl="5" marL="2743200" algn="l">
              <a:lnSpc>
                <a:spcPct val="100000"/>
              </a:lnSpc>
              <a:spcBef>
                <a:spcPts val="300"/>
              </a:spcBef>
              <a:spcAft>
                <a:spcPts val="0"/>
              </a:spcAft>
              <a:buSzPts val="1350"/>
              <a:buChar char="?"/>
              <a:defRPr/>
            </a:lvl6pPr>
            <a:lvl7pPr indent="-314325" lvl="6" marL="3200400" algn="l">
              <a:lnSpc>
                <a:spcPct val="100000"/>
              </a:lnSpc>
              <a:spcBef>
                <a:spcPts val="300"/>
              </a:spcBef>
              <a:spcAft>
                <a:spcPts val="0"/>
              </a:spcAft>
              <a:buSzPts val="1350"/>
              <a:buChar char="?"/>
              <a:defRPr/>
            </a:lvl7pPr>
            <a:lvl8pPr indent="-314325" lvl="7" marL="3657600" algn="l">
              <a:lnSpc>
                <a:spcPct val="100000"/>
              </a:lnSpc>
              <a:spcBef>
                <a:spcPts val="300"/>
              </a:spcBef>
              <a:spcAft>
                <a:spcPts val="0"/>
              </a:spcAft>
              <a:buSzPts val="1350"/>
              <a:buChar char="?"/>
              <a:defRPr/>
            </a:lvl8pPr>
            <a:lvl9pPr indent="-314325" lvl="8" marL="4114800" algn="l">
              <a:lnSpc>
                <a:spcPct val="100000"/>
              </a:lnSpc>
              <a:spcBef>
                <a:spcPts val="300"/>
              </a:spcBef>
              <a:spcAft>
                <a:spcPts val="0"/>
              </a:spcAft>
              <a:buSzPts val="135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showMasterSp="0" type="picTx">
  <p:cSld name="PICTURE_WITH_CAPTION_TEXT">
    <p:bg>
      <p:bgPr>
        <a:solidFill>
          <a:schemeClr val="dk2"/>
        </a:solidFill>
      </p:bgPr>
    </p:bg>
    <p:spTree>
      <p:nvGrpSpPr>
        <p:cNvPr id="86" name="Shape 86"/>
        <p:cNvGrpSpPr/>
        <p:nvPr/>
      </p:nvGrpSpPr>
      <p:grpSpPr>
        <a:xfrm>
          <a:off x="0" y="0"/>
          <a:ext cx="0" cy="0"/>
          <a:chOff x="0" y="0"/>
          <a:chExt cx="0" cy="0"/>
        </a:xfrm>
      </p:grpSpPr>
      <p:sp>
        <p:nvSpPr>
          <p:cNvPr id="87" name="Google Shape;87;p27"/>
          <p:cNvSpPr txBox="1"/>
          <p:nvPr>
            <p:ph type="title"/>
          </p:nvPr>
        </p:nvSpPr>
        <p:spPr>
          <a:xfrm>
            <a:off x="609600" y="500856"/>
            <a:ext cx="10972800" cy="674688"/>
          </a:xfrm>
          <a:prstGeom prst="rect">
            <a:avLst/>
          </a:prstGeom>
          <a:noFill/>
          <a:ln cap="flat" cmpd="sng" w="9525">
            <a:solidFill>
              <a:schemeClr val="accent1"/>
            </a:solidFill>
            <a:prstDash val="solid"/>
            <a:round/>
            <a:headEnd len="sm" w="sm" type="none"/>
            <a:tailEnd len="sm" w="sm" type="none"/>
          </a:ln>
        </p:spPr>
        <p:txBody>
          <a:bodyPr anchorCtr="0" anchor="ctr" bIns="45700" lIns="274300" spcFirstLastPara="1" rIns="91425" wrap="square" tIns="45700">
            <a:normAutofit/>
          </a:bodyPr>
          <a:lstStyle>
            <a:lvl1pPr lvl="0" algn="r">
              <a:lnSpc>
                <a:spcPct val="100000"/>
              </a:lnSpc>
              <a:spcBef>
                <a:spcPts val="0"/>
              </a:spcBef>
              <a:spcAft>
                <a:spcPts val="0"/>
              </a:spcAft>
              <a:buClr>
                <a:schemeClr val="lt1"/>
              </a:buClr>
              <a:buSzPts val="2000"/>
              <a:buFont typeface="Bookman Old Style"/>
              <a:buNone/>
              <a:defRPr b="0" sz="20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27"/>
          <p:cNvSpPr/>
          <p:nvPr>
            <p:ph idx="2" type="pic"/>
          </p:nvPr>
        </p:nvSpPr>
        <p:spPr>
          <a:xfrm>
            <a:off x="609600" y="1905000"/>
            <a:ext cx="10972800" cy="4270248"/>
          </a:xfrm>
          <a:prstGeom prst="rect">
            <a:avLst/>
          </a:prstGeom>
          <a:solidFill>
            <a:srgbClr val="BABABA"/>
          </a:solidFill>
          <a:ln>
            <a:noFill/>
          </a:ln>
        </p:spPr>
      </p:sp>
      <p:sp>
        <p:nvSpPr>
          <p:cNvPr id="89" name="Google Shape;89;p27"/>
          <p:cNvSpPr txBox="1"/>
          <p:nvPr>
            <p:ph idx="1" type="body"/>
          </p:nvPr>
        </p:nvSpPr>
        <p:spPr>
          <a:xfrm>
            <a:off x="609600" y="1219200"/>
            <a:ext cx="10972800" cy="5334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600"/>
              </a:spcBef>
              <a:spcAft>
                <a:spcPts val="0"/>
              </a:spcAft>
              <a:buSzPts val="1064"/>
              <a:buFont typeface="Gill Sans"/>
              <a:buNone/>
              <a:defRPr sz="1400"/>
            </a:lvl1pPr>
            <a:lvl2pPr indent="-286512" lvl="1" marL="914400" algn="l">
              <a:lnSpc>
                <a:spcPct val="100000"/>
              </a:lnSpc>
              <a:spcBef>
                <a:spcPts val="500"/>
              </a:spcBef>
              <a:spcAft>
                <a:spcPts val="0"/>
              </a:spcAft>
              <a:buSzPts val="912"/>
              <a:buChar char="?"/>
              <a:defRPr sz="1200"/>
            </a:lvl2pPr>
            <a:lvl3pPr indent="-276860" lvl="2" marL="1371600" algn="l">
              <a:lnSpc>
                <a:spcPct val="100000"/>
              </a:lnSpc>
              <a:spcBef>
                <a:spcPts val="500"/>
              </a:spcBef>
              <a:spcAft>
                <a:spcPts val="0"/>
              </a:spcAft>
              <a:buSzPts val="760"/>
              <a:buChar char="?"/>
              <a:defRPr sz="1000"/>
            </a:lvl3pPr>
            <a:lvl4pPr indent="-268605" lvl="3" marL="1828800" algn="l">
              <a:lnSpc>
                <a:spcPct val="100000"/>
              </a:lnSpc>
              <a:spcBef>
                <a:spcPts val="400"/>
              </a:spcBef>
              <a:spcAft>
                <a:spcPts val="0"/>
              </a:spcAft>
              <a:buSzPts val="630"/>
              <a:buChar char="◻"/>
              <a:defRPr sz="900"/>
            </a:lvl4pPr>
            <a:lvl5pPr indent="-268604" lvl="4" marL="2286000" algn="l">
              <a:lnSpc>
                <a:spcPct val="100000"/>
              </a:lnSpc>
              <a:spcBef>
                <a:spcPts val="300"/>
              </a:spcBef>
              <a:spcAft>
                <a:spcPts val="0"/>
              </a:spcAft>
              <a:buSzPts val="630"/>
              <a:buChar char="◻"/>
              <a:defRPr sz="900"/>
            </a:lvl5pPr>
            <a:lvl6pPr indent="-314325" lvl="5" marL="2743200" algn="l">
              <a:lnSpc>
                <a:spcPct val="100000"/>
              </a:lnSpc>
              <a:spcBef>
                <a:spcPts val="300"/>
              </a:spcBef>
              <a:spcAft>
                <a:spcPts val="0"/>
              </a:spcAft>
              <a:buSzPts val="1350"/>
              <a:buChar char="?"/>
              <a:defRPr/>
            </a:lvl6pPr>
            <a:lvl7pPr indent="-314325" lvl="6" marL="3200400" algn="l">
              <a:lnSpc>
                <a:spcPct val="100000"/>
              </a:lnSpc>
              <a:spcBef>
                <a:spcPts val="300"/>
              </a:spcBef>
              <a:spcAft>
                <a:spcPts val="0"/>
              </a:spcAft>
              <a:buSzPts val="1350"/>
              <a:buChar char="?"/>
              <a:defRPr/>
            </a:lvl7pPr>
            <a:lvl8pPr indent="-314325" lvl="7" marL="3657600" algn="l">
              <a:lnSpc>
                <a:spcPct val="100000"/>
              </a:lnSpc>
              <a:spcBef>
                <a:spcPts val="300"/>
              </a:spcBef>
              <a:spcAft>
                <a:spcPts val="0"/>
              </a:spcAft>
              <a:buSzPts val="1350"/>
              <a:buChar char="?"/>
              <a:defRPr/>
            </a:lvl8pPr>
            <a:lvl9pPr indent="-314325" lvl="8" marL="4114800" algn="l">
              <a:lnSpc>
                <a:spcPct val="100000"/>
              </a:lnSpc>
              <a:spcBef>
                <a:spcPts val="300"/>
              </a:spcBef>
              <a:spcAft>
                <a:spcPts val="0"/>
              </a:spcAft>
              <a:buSzPts val="1350"/>
              <a:buChar char="?"/>
              <a:defRPr/>
            </a:lvl9pPr>
          </a:lstStyle>
          <a:p/>
        </p:txBody>
      </p:sp>
      <p:sp>
        <p:nvSpPr>
          <p:cNvPr id="90" name="Google Shape;90;p27"/>
          <p:cNvSpPr txBox="1"/>
          <p:nvPr>
            <p:ph idx="10" type="dt"/>
          </p:nvPr>
        </p:nvSpPr>
        <p:spPr>
          <a:xfrm>
            <a:off x="8534400" y="6356350"/>
            <a:ext cx="3052064" cy="36576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dk2"/>
              </a:buClr>
              <a:buSzPts val="1400"/>
              <a:buFont typeface="Gill Sans"/>
              <a:buNone/>
              <a:defRPr/>
            </a:lvl1pPr>
            <a:lvl2pPr lvl="1" algn="l">
              <a:lnSpc>
                <a:spcPct val="100000"/>
              </a:lnSpc>
              <a:spcBef>
                <a:spcPts val="0"/>
              </a:spcBef>
              <a:spcAft>
                <a:spcPts val="0"/>
              </a:spcAft>
              <a:buClr>
                <a:schemeClr val="dk1"/>
              </a:buClr>
              <a:buSzPts val="1400"/>
              <a:buFont typeface="Gill Sans"/>
              <a:buNone/>
              <a:defRPr/>
            </a:lvl2pPr>
            <a:lvl3pPr lvl="2" algn="l">
              <a:lnSpc>
                <a:spcPct val="100000"/>
              </a:lnSpc>
              <a:spcBef>
                <a:spcPts val="0"/>
              </a:spcBef>
              <a:spcAft>
                <a:spcPts val="0"/>
              </a:spcAft>
              <a:buClr>
                <a:schemeClr val="dk1"/>
              </a:buClr>
              <a:buSzPts val="1400"/>
              <a:buFont typeface="Gill Sans"/>
              <a:buNone/>
              <a:defRPr/>
            </a:lvl3pPr>
            <a:lvl4pPr lvl="3" algn="l">
              <a:lnSpc>
                <a:spcPct val="100000"/>
              </a:lnSpc>
              <a:spcBef>
                <a:spcPts val="0"/>
              </a:spcBef>
              <a:spcAft>
                <a:spcPts val="0"/>
              </a:spcAft>
              <a:buClr>
                <a:schemeClr val="dk1"/>
              </a:buClr>
              <a:buSzPts val="1400"/>
              <a:buFont typeface="Gill Sans"/>
              <a:buNone/>
              <a:defRPr/>
            </a:lvl4pPr>
            <a:lvl5pPr lvl="4" algn="l">
              <a:lnSpc>
                <a:spcPct val="100000"/>
              </a:lnSpc>
              <a:spcBef>
                <a:spcPts val="0"/>
              </a:spcBef>
              <a:spcAft>
                <a:spcPts val="0"/>
              </a:spcAft>
              <a:buClr>
                <a:schemeClr val="dk1"/>
              </a:buClr>
              <a:buSzPts val="1400"/>
              <a:buFont typeface="Gill Sans"/>
              <a:buNone/>
              <a:defRPr/>
            </a:lvl5pPr>
            <a:lvl6pPr lvl="5" algn="l">
              <a:lnSpc>
                <a:spcPct val="100000"/>
              </a:lnSpc>
              <a:spcBef>
                <a:spcPts val="0"/>
              </a:spcBef>
              <a:spcAft>
                <a:spcPts val="0"/>
              </a:spcAft>
              <a:buClr>
                <a:schemeClr val="dk1"/>
              </a:buClr>
              <a:buSzPts val="1400"/>
              <a:buFont typeface="Gill Sans"/>
              <a:buNone/>
              <a:defRPr/>
            </a:lvl6pPr>
            <a:lvl7pPr lvl="6" algn="l">
              <a:lnSpc>
                <a:spcPct val="100000"/>
              </a:lnSpc>
              <a:spcBef>
                <a:spcPts val="0"/>
              </a:spcBef>
              <a:spcAft>
                <a:spcPts val="0"/>
              </a:spcAft>
              <a:buClr>
                <a:schemeClr val="dk1"/>
              </a:buClr>
              <a:buSzPts val="1400"/>
              <a:buFont typeface="Gill Sans"/>
              <a:buNone/>
              <a:defRPr/>
            </a:lvl7pPr>
            <a:lvl8pPr lvl="7" algn="l">
              <a:lnSpc>
                <a:spcPct val="100000"/>
              </a:lnSpc>
              <a:spcBef>
                <a:spcPts val="0"/>
              </a:spcBef>
              <a:spcAft>
                <a:spcPts val="0"/>
              </a:spcAft>
              <a:buClr>
                <a:schemeClr val="dk1"/>
              </a:buClr>
              <a:buSzPts val="1400"/>
              <a:buFont typeface="Gill Sans"/>
              <a:buNone/>
              <a:defRPr/>
            </a:lvl8pPr>
            <a:lvl9pPr lvl="8" algn="l">
              <a:lnSpc>
                <a:spcPct val="100000"/>
              </a:lnSpc>
              <a:spcBef>
                <a:spcPts val="0"/>
              </a:spcBef>
              <a:spcAft>
                <a:spcPts val="0"/>
              </a:spcAft>
              <a:buClr>
                <a:schemeClr val="dk1"/>
              </a:buClr>
              <a:buSzPts val="1400"/>
              <a:buFont typeface="Gill Sans"/>
              <a:buNone/>
              <a:defRPr/>
            </a:lvl9pPr>
          </a:lstStyle>
          <a:p/>
        </p:txBody>
      </p:sp>
      <p:sp>
        <p:nvSpPr>
          <p:cNvPr id="91" name="Google Shape;91;p27"/>
          <p:cNvSpPr txBox="1"/>
          <p:nvPr>
            <p:ph idx="11" type="ftr"/>
          </p:nvPr>
        </p:nvSpPr>
        <p:spPr>
          <a:xfrm>
            <a:off x="3864864" y="6356350"/>
            <a:ext cx="4673600" cy="36576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Clr>
                <a:schemeClr val="dk2"/>
              </a:buClr>
              <a:buSzPts val="1400"/>
              <a:buFont typeface="Gill Sans"/>
              <a:buNone/>
              <a:defRPr/>
            </a:lvl1pPr>
            <a:lvl2pPr lvl="1" algn="l">
              <a:lnSpc>
                <a:spcPct val="100000"/>
              </a:lnSpc>
              <a:spcBef>
                <a:spcPts val="0"/>
              </a:spcBef>
              <a:spcAft>
                <a:spcPts val="0"/>
              </a:spcAft>
              <a:buClr>
                <a:schemeClr val="dk1"/>
              </a:buClr>
              <a:buSzPts val="1400"/>
              <a:buFont typeface="Gill Sans"/>
              <a:buNone/>
              <a:defRPr/>
            </a:lvl2pPr>
            <a:lvl3pPr lvl="2" algn="l">
              <a:lnSpc>
                <a:spcPct val="100000"/>
              </a:lnSpc>
              <a:spcBef>
                <a:spcPts val="0"/>
              </a:spcBef>
              <a:spcAft>
                <a:spcPts val="0"/>
              </a:spcAft>
              <a:buClr>
                <a:schemeClr val="dk1"/>
              </a:buClr>
              <a:buSzPts val="1400"/>
              <a:buFont typeface="Gill Sans"/>
              <a:buNone/>
              <a:defRPr/>
            </a:lvl3pPr>
            <a:lvl4pPr lvl="3" algn="l">
              <a:lnSpc>
                <a:spcPct val="100000"/>
              </a:lnSpc>
              <a:spcBef>
                <a:spcPts val="0"/>
              </a:spcBef>
              <a:spcAft>
                <a:spcPts val="0"/>
              </a:spcAft>
              <a:buClr>
                <a:schemeClr val="dk1"/>
              </a:buClr>
              <a:buSzPts val="1400"/>
              <a:buFont typeface="Gill Sans"/>
              <a:buNone/>
              <a:defRPr/>
            </a:lvl4pPr>
            <a:lvl5pPr lvl="4" algn="l">
              <a:lnSpc>
                <a:spcPct val="100000"/>
              </a:lnSpc>
              <a:spcBef>
                <a:spcPts val="0"/>
              </a:spcBef>
              <a:spcAft>
                <a:spcPts val="0"/>
              </a:spcAft>
              <a:buClr>
                <a:schemeClr val="dk1"/>
              </a:buClr>
              <a:buSzPts val="1400"/>
              <a:buFont typeface="Gill Sans"/>
              <a:buNone/>
              <a:defRPr/>
            </a:lvl5pPr>
            <a:lvl6pPr lvl="5" algn="l">
              <a:lnSpc>
                <a:spcPct val="100000"/>
              </a:lnSpc>
              <a:spcBef>
                <a:spcPts val="0"/>
              </a:spcBef>
              <a:spcAft>
                <a:spcPts val="0"/>
              </a:spcAft>
              <a:buClr>
                <a:schemeClr val="dk1"/>
              </a:buClr>
              <a:buSzPts val="1400"/>
              <a:buFont typeface="Gill Sans"/>
              <a:buNone/>
              <a:defRPr/>
            </a:lvl6pPr>
            <a:lvl7pPr lvl="6" algn="l">
              <a:lnSpc>
                <a:spcPct val="100000"/>
              </a:lnSpc>
              <a:spcBef>
                <a:spcPts val="0"/>
              </a:spcBef>
              <a:spcAft>
                <a:spcPts val="0"/>
              </a:spcAft>
              <a:buClr>
                <a:schemeClr val="dk1"/>
              </a:buClr>
              <a:buSzPts val="1400"/>
              <a:buFont typeface="Gill Sans"/>
              <a:buNone/>
              <a:defRPr/>
            </a:lvl7pPr>
            <a:lvl8pPr lvl="7" algn="l">
              <a:lnSpc>
                <a:spcPct val="100000"/>
              </a:lnSpc>
              <a:spcBef>
                <a:spcPts val="0"/>
              </a:spcBef>
              <a:spcAft>
                <a:spcPts val="0"/>
              </a:spcAft>
              <a:buClr>
                <a:schemeClr val="dk1"/>
              </a:buClr>
              <a:buSzPts val="1400"/>
              <a:buFont typeface="Gill Sans"/>
              <a:buNone/>
              <a:defRPr/>
            </a:lvl8pPr>
            <a:lvl9pPr lvl="8" algn="l">
              <a:lnSpc>
                <a:spcPct val="100000"/>
              </a:lnSpc>
              <a:spcBef>
                <a:spcPts val="0"/>
              </a:spcBef>
              <a:spcAft>
                <a:spcPts val="0"/>
              </a:spcAft>
              <a:buClr>
                <a:schemeClr val="dk1"/>
              </a:buClr>
              <a:buSzPts val="1400"/>
              <a:buFont typeface="Gill Sans"/>
              <a:buNone/>
              <a:defRPr/>
            </a:lvl9pPr>
          </a:lstStyle>
          <a:p/>
        </p:txBody>
      </p:sp>
      <p:sp>
        <p:nvSpPr>
          <p:cNvPr id="92" name="Google Shape;92;p27"/>
          <p:cNvSpPr txBox="1"/>
          <p:nvPr>
            <p:ph idx="12" type="sldNum"/>
          </p:nvPr>
        </p:nvSpPr>
        <p:spPr>
          <a:xfrm>
            <a:off x="816864" y="6356350"/>
            <a:ext cx="2641600" cy="36576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1pPr>
            <a:lvl2pPr indent="0" lvl="1"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2pPr>
            <a:lvl3pPr indent="0" lvl="2"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3pPr>
            <a:lvl4pPr indent="0" lvl="3"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4pPr>
            <a:lvl5pPr indent="0" lvl="4"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5pPr>
            <a:lvl6pPr indent="0" lvl="5"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6pPr>
            <a:lvl7pPr indent="0" lvl="6"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7pPr>
            <a:lvl8pPr indent="0" lvl="7"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8pPr>
            <a:lvl9pPr indent="0" lvl="8"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9pPr>
          </a:lstStyle>
          <a:p>
            <a:pPr indent="0" lvl="0" marL="0" rtl="0" algn="l">
              <a:spcBef>
                <a:spcPts val="0"/>
              </a:spcBef>
              <a:spcAft>
                <a:spcPts val="0"/>
              </a:spcAft>
              <a:buNone/>
            </a:pPr>
            <a:fld id="{00000000-1234-1234-1234-123412341234}" type="slidenum">
              <a:rPr lang="en-US"/>
              <a:t>‹#›</a:t>
            </a:fld>
            <a:endParaRPr/>
          </a:p>
        </p:txBody>
      </p:sp>
      <p:cxnSp>
        <p:nvCxnSpPr>
          <p:cNvPr id="93" name="Google Shape;93;p27"/>
          <p:cNvCxnSpPr/>
          <p:nvPr/>
        </p:nvCxnSpPr>
        <p:spPr>
          <a:xfrm>
            <a:off x="609600" y="6353175"/>
            <a:ext cx="10972800" cy="0"/>
          </a:xfrm>
          <a:prstGeom prst="straightConnector1">
            <a:avLst/>
          </a:prstGeom>
          <a:noFill/>
          <a:ln cap="flat" cmpd="sng" w="9525">
            <a:solidFill>
              <a:schemeClr val="accent2"/>
            </a:solidFill>
            <a:prstDash val="dash"/>
            <a:round/>
            <a:headEnd len="sm" w="sm" type="none"/>
            <a:tailEnd len="sm" w="sm" type="none"/>
          </a:ln>
        </p:spPr>
      </p:cxnSp>
      <p:sp>
        <p:nvSpPr>
          <p:cNvPr id="94" name="Google Shape;94;p27"/>
          <p:cNvSpPr/>
          <p:nvPr/>
        </p:nvSpPr>
        <p:spPr>
          <a:xfrm rot="5400000">
            <a:off x="590614" y="6447425"/>
            <a:ext cx="190849" cy="160418"/>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95" name="Google Shape;95;p27"/>
          <p:cNvSpPr/>
          <p:nvPr/>
        </p:nvSpPr>
        <p:spPr>
          <a:xfrm>
            <a:off x="609600" y="500856"/>
            <a:ext cx="243840" cy="6858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96" name="Shape 96"/>
        <p:cNvGrpSpPr/>
        <p:nvPr/>
      </p:nvGrpSpPr>
      <p:grpSpPr>
        <a:xfrm>
          <a:off x="0" y="0"/>
          <a:ext cx="0" cy="0"/>
          <a:chOff x="0" y="0"/>
          <a:chExt cx="0" cy="0"/>
        </a:xfrm>
      </p:grpSpPr>
      <p:sp>
        <p:nvSpPr>
          <p:cNvPr id="97" name="Google Shape;97;p28"/>
          <p:cNvSpPr txBox="1"/>
          <p:nvPr>
            <p:ph type="title"/>
          </p:nvPr>
        </p:nvSpPr>
        <p:spPr>
          <a:xfrm>
            <a:off x="609600" y="152400"/>
            <a:ext cx="10972800" cy="9906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p28"/>
          <p:cNvSpPr txBox="1"/>
          <p:nvPr>
            <p:ph idx="1" type="body"/>
          </p:nvPr>
        </p:nvSpPr>
        <p:spPr>
          <a:xfrm rot="5400000">
            <a:off x="3640836" y="-1812036"/>
            <a:ext cx="4910328" cy="10972800"/>
          </a:xfrm>
          <a:prstGeom prst="rect">
            <a:avLst/>
          </a:prstGeom>
          <a:noFill/>
          <a:ln>
            <a:noFill/>
          </a:ln>
        </p:spPr>
        <p:txBody>
          <a:bodyPr anchorCtr="0" anchor="t" bIns="45700" lIns="91425" spcFirstLastPara="1" rIns="91425" wrap="square" tIns="45700">
            <a:normAutofit/>
          </a:bodyPr>
          <a:lstStyle>
            <a:lvl1pPr indent="-315468" lvl="0" marL="457200" algn="l">
              <a:lnSpc>
                <a:spcPct val="100000"/>
              </a:lnSpc>
              <a:spcBef>
                <a:spcPts val="600"/>
              </a:spcBef>
              <a:spcAft>
                <a:spcPts val="0"/>
              </a:spcAft>
              <a:buSzPts val="1368"/>
              <a:buChar char="?"/>
              <a:defRPr/>
            </a:lvl1pPr>
            <a:lvl2pPr indent="-315468" lvl="1" marL="914400" algn="l">
              <a:lnSpc>
                <a:spcPct val="100000"/>
              </a:lnSpc>
              <a:spcBef>
                <a:spcPts val="500"/>
              </a:spcBef>
              <a:spcAft>
                <a:spcPts val="0"/>
              </a:spcAft>
              <a:buSzPts val="1368"/>
              <a:buChar char="?"/>
              <a:defRPr/>
            </a:lvl2pPr>
            <a:lvl3pPr indent="-315467" lvl="2" marL="1371600" algn="l">
              <a:lnSpc>
                <a:spcPct val="100000"/>
              </a:lnSpc>
              <a:spcBef>
                <a:spcPts val="500"/>
              </a:spcBef>
              <a:spcAft>
                <a:spcPts val="0"/>
              </a:spcAft>
              <a:buSzPts val="1368"/>
              <a:buChar char="?"/>
              <a:defRPr/>
            </a:lvl3pPr>
            <a:lvl4pPr indent="-308610" lvl="3" marL="1828800" algn="l">
              <a:lnSpc>
                <a:spcPct val="100000"/>
              </a:lnSpc>
              <a:spcBef>
                <a:spcPts val="400"/>
              </a:spcBef>
              <a:spcAft>
                <a:spcPts val="0"/>
              </a:spcAft>
              <a:buSzPts val="1260"/>
              <a:buChar char="◻"/>
              <a:defRPr/>
            </a:lvl4pPr>
            <a:lvl5pPr indent="-308610" lvl="4" marL="2286000" algn="l">
              <a:lnSpc>
                <a:spcPct val="100000"/>
              </a:lnSpc>
              <a:spcBef>
                <a:spcPts val="300"/>
              </a:spcBef>
              <a:spcAft>
                <a:spcPts val="0"/>
              </a:spcAft>
              <a:buSzPts val="1260"/>
              <a:buChar char="◻"/>
              <a:defRPr/>
            </a:lvl5pPr>
            <a:lvl6pPr indent="-314325" lvl="5" marL="2743200" algn="l">
              <a:lnSpc>
                <a:spcPct val="100000"/>
              </a:lnSpc>
              <a:spcBef>
                <a:spcPts val="300"/>
              </a:spcBef>
              <a:spcAft>
                <a:spcPts val="0"/>
              </a:spcAft>
              <a:buSzPts val="1350"/>
              <a:buChar char="?"/>
              <a:defRPr/>
            </a:lvl6pPr>
            <a:lvl7pPr indent="-314325" lvl="6" marL="3200400" algn="l">
              <a:lnSpc>
                <a:spcPct val="100000"/>
              </a:lnSpc>
              <a:spcBef>
                <a:spcPts val="300"/>
              </a:spcBef>
              <a:spcAft>
                <a:spcPts val="0"/>
              </a:spcAft>
              <a:buSzPts val="1350"/>
              <a:buChar char="?"/>
              <a:defRPr/>
            </a:lvl7pPr>
            <a:lvl8pPr indent="-314325" lvl="7" marL="3657600" algn="l">
              <a:lnSpc>
                <a:spcPct val="100000"/>
              </a:lnSpc>
              <a:spcBef>
                <a:spcPts val="300"/>
              </a:spcBef>
              <a:spcAft>
                <a:spcPts val="0"/>
              </a:spcAft>
              <a:buSzPts val="1350"/>
              <a:buChar char="?"/>
              <a:defRPr/>
            </a:lvl8pPr>
            <a:lvl9pPr indent="-314325" lvl="8" marL="4114800" algn="l">
              <a:lnSpc>
                <a:spcPct val="100000"/>
              </a:lnSpc>
              <a:spcBef>
                <a:spcPts val="300"/>
              </a:spcBef>
              <a:spcAft>
                <a:spcPts val="0"/>
              </a:spcAft>
              <a:buSzPts val="1350"/>
              <a:buChar char="?"/>
              <a:defRPr/>
            </a:lvl9pPr>
          </a:lstStyle>
          <a:p/>
        </p:txBody>
      </p:sp>
      <p:sp>
        <p:nvSpPr>
          <p:cNvPr id="99" name="Google Shape;99;p28"/>
          <p:cNvSpPr txBox="1"/>
          <p:nvPr>
            <p:ph idx="10" type="dt"/>
          </p:nvPr>
        </p:nvSpPr>
        <p:spPr>
          <a:xfrm>
            <a:off x="8534400" y="6356350"/>
            <a:ext cx="3052064" cy="36576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dk2"/>
              </a:buClr>
              <a:buSzPts val="1400"/>
              <a:buFont typeface="Gill Sans"/>
              <a:buNone/>
              <a:defRPr/>
            </a:lvl1pPr>
            <a:lvl2pPr lvl="1" algn="l">
              <a:lnSpc>
                <a:spcPct val="100000"/>
              </a:lnSpc>
              <a:spcBef>
                <a:spcPts val="0"/>
              </a:spcBef>
              <a:spcAft>
                <a:spcPts val="0"/>
              </a:spcAft>
              <a:buClr>
                <a:schemeClr val="dk1"/>
              </a:buClr>
              <a:buSzPts val="1400"/>
              <a:buFont typeface="Gill Sans"/>
              <a:buNone/>
              <a:defRPr/>
            </a:lvl2pPr>
            <a:lvl3pPr lvl="2" algn="l">
              <a:lnSpc>
                <a:spcPct val="100000"/>
              </a:lnSpc>
              <a:spcBef>
                <a:spcPts val="0"/>
              </a:spcBef>
              <a:spcAft>
                <a:spcPts val="0"/>
              </a:spcAft>
              <a:buClr>
                <a:schemeClr val="dk1"/>
              </a:buClr>
              <a:buSzPts val="1400"/>
              <a:buFont typeface="Gill Sans"/>
              <a:buNone/>
              <a:defRPr/>
            </a:lvl3pPr>
            <a:lvl4pPr lvl="3" algn="l">
              <a:lnSpc>
                <a:spcPct val="100000"/>
              </a:lnSpc>
              <a:spcBef>
                <a:spcPts val="0"/>
              </a:spcBef>
              <a:spcAft>
                <a:spcPts val="0"/>
              </a:spcAft>
              <a:buClr>
                <a:schemeClr val="dk1"/>
              </a:buClr>
              <a:buSzPts val="1400"/>
              <a:buFont typeface="Gill Sans"/>
              <a:buNone/>
              <a:defRPr/>
            </a:lvl4pPr>
            <a:lvl5pPr lvl="4" algn="l">
              <a:lnSpc>
                <a:spcPct val="100000"/>
              </a:lnSpc>
              <a:spcBef>
                <a:spcPts val="0"/>
              </a:spcBef>
              <a:spcAft>
                <a:spcPts val="0"/>
              </a:spcAft>
              <a:buClr>
                <a:schemeClr val="dk1"/>
              </a:buClr>
              <a:buSzPts val="1400"/>
              <a:buFont typeface="Gill Sans"/>
              <a:buNone/>
              <a:defRPr/>
            </a:lvl5pPr>
            <a:lvl6pPr lvl="5" algn="l">
              <a:lnSpc>
                <a:spcPct val="100000"/>
              </a:lnSpc>
              <a:spcBef>
                <a:spcPts val="0"/>
              </a:spcBef>
              <a:spcAft>
                <a:spcPts val="0"/>
              </a:spcAft>
              <a:buClr>
                <a:schemeClr val="dk1"/>
              </a:buClr>
              <a:buSzPts val="1400"/>
              <a:buFont typeface="Gill Sans"/>
              <a:buNone/>
              <a:defRPr/>
            </a:lvl6pPr>
            <a:lvl7pPr lvl="6" algn="l">
              <a:lnSpc>
                <a:spcPct val="100000"/>
              </a:lnSpc>
              <a:spcBef>
                <a:spcPts val="0"/>
              </a:spcBef>
              <a:spcAft>
                <a:spcPts val="0"/>
              </a:spcAft>
              <a:buClr>
                <a:schemeClr val="dk1"/>
              </a:buClr>
              <a:buSzPts val="1400"/>
              <a:buFont typeface="Gill Sans"/>
              <a:buNone/>
              <a:defRPr/>
            </a:lvl7pPr>
            <a:lvl8pPr lvl="7" algn="l">
              <a:lnSpc>
                <a:spcPct val="100000"/>
              </a:lnSpc>
              <a:spcBef>
                <a:spcPts val="0"/>
              </a:spcBef>
              <a:spcAft>
                <a:spcPts val="0"/>
              </a:spcAft>
              <a:buClr>
                <a:schemeClr val="dk1"/>
              </a:buClr>
              <a:buSzPts val="1400"/>
              <a:buFont typeface="Gill Sans"/>
              <a:buNone/>
              <a:defRPr/>
            </a:lvl8pPr>
            <a:lvl9pPr lvl="8" algn="l">
              <a:lnSpc>
                <a:spcPct val="100000"/>
              </a:lnSpc>
              <a:spcBef>
                <a:spcPts val="0"/>
              </a:spcBef>
              <a:spcAft>
                <a:spcPts val="0"/>
              </a:spcAft>
              <a:buClr>
                <a:schemeClr val="dk1"/>
              </a:buClr>
              <a:buSzPts val="1400"/>
              <a:buFont typeface="Gill Sans"/>
              <a:buNone/>
              <a:defRPr/>
            </a:lvl9pPr>
          </a:lstStyle>
          <a:p/>
        </p:txBody>
      </p:sp>
      <p:sp>
        <p:nvSpPr>
          <p:cNvPr id="100" name="Google Shape;100;p28"/>
          <p:cNvSpPr txBox="1"/>
          <p:nvPr>
            <p:ph idx="11" type="ftr"/>
          </p:nvPr>
        </p:nvSpPr>
        <p:spPr>
          <a:xfrm>
            <a:off x="3864864" y="6356350"/>
            <a:ext cx="4673600" cy="36576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Clr>
                <a:schemeClr val="dk2"/>
              </a:buClr>
              <a:buSzPts val="1400"/>
              <a:buFont typeface="Gill Sans"/>
              <a:buNone/>
              <a:defRPr/>
            </a:lvl1pPr>
            <a:lvl2pPr lvl="1" algn="l">
              <a:lnSpc>
                <a:spcPct val="100000"/>
              </a:lnSpc>
              <a:spcBef>
                <a:spcPts val="0"/>
              </a:spcBef>
              <a:spcAft>
                <a:spcPts val="0"/>
              </a:spcAft>
              <a:buClr>
                <a:schemeClr val="dk1"/>
              </a:buClr>
              <a:buSzPts val="1400"/>
              <a:buFont typeface="Gill Sans"/>
              <a:buNone/>
              <a:defRPr/>
            </a:lvl2pPr>
            <a:lvl3pPr lvl="2" algn="l">
              <a:lnSpc>
                <a:spcPct val="100000"/>
              </a:lnSpc>
              <a:spcBef>
                <a:spcPts val="0"/>
              </a:spcBef>
              <a:spcAft>
                <a:spcPts val="0"/>
              </a:spcAft>
              <a:buClr>
                <a:schemeClr val="dk1"/>
              </a:buClr>
              <a:buSzPts val="1400"/>
              <a:buFont typeface="Gill Sans"/>
              <a:buNone/>
              <a:defRPr/>
            </a:lvl3pPr>
            <a:lvl4pPr lvl="3" algn="l">
              <a:lnSpc>
                <a:spcPct val="100000"/>
              </a:lnSpc>
              <a:spcBef>
                <a:spcPts val="0"/>
              </a:spcBef>
              <a:spcAft>
                <a:spcPts val="0"/>
              </a:spcAft>
              <a:buClr>
                <a:schemeClr val="dk1"/>
              </a:buClr>
              <a:buSzPts val="1400"/>
              <a:buFont typeface="Gill Sans"/>
              <a:buNone/>
              <a:defRPr/>
            </a:lvl4pPr>
            <a:lvl5pPr lvl="4" algn="l">
              <a:lnSpc>
                <a:spcPct val="100000"/>
              </a:lnSpc>
              <a:spcBef>
                <a:spcPts val="0"/>
              </a:spcBef>
              <a:spcAft>
                <a:spcPts val="0"/>
              </a:spcAft>
              <a:buClr>
                <a:schemeClr val="dk1"/>
              </a:buClr>
              <a:buSzPts val="1400"/>
              <a:buFont typeface="Gill Sans"/>
              <a:buNone/>
              <a:defRPr/>
            </a:lvl5pPr>
            <a:lvl6pPr lvl="5" algn="l">
              <a:lnSpc>
                <a:spcPct val="100000"/>
              </a:lnSpc>
              <a:spcBef>
                <a:spcPts val="0"/>
              </a:spcBef>
              <a:spcAft>
                <a:spcPts val="0"/>
              </a:spcAft>
              <a:buClr>
                <a:schemeClr val="dk1"/>
              </a:buClr>
              <a:buSzPts val="1400"/>
              <a:buFont typeface="Gill Sans"/>
              <a:buNone/>
              <a:defRPr/>
            </a:lvl6pPr>
            <a:lvl7pPr lvl="6" algn="l">
              <a:lnSpc>
                <a:spcPct val="100000"/>
              </a:lnSpc>
              <a:spcBef>
                <a:spcPts val="0"/>
              </a:spcBef>
              <a:spcAft>
                <a:spcPts val="0"/>
              </a:spcAft>
              <a:buClr>
                <a:schemeClr val="dk1"/>
              </a:buClr>
              <a:buSzPts val="1400"/>
              <a:buFont typeface="Gill Sans"/>
              <a:buNone/>
              <a:defRPr/>
            </a:lvl7pPr>
            <a:lvl8pPr lvl="7" algn="l">
              <a:lnSpc>
                <a:spcPct val="100000"/>
              </a:lnSpc>
              <a:spcBef>
                <a:spcPts val="0"/>
              </a:spcBef>
              <a:spcAft>
                <a:spcPts val="0"/>
              </a:spcAft>
              <a:buClr>
                <a:schemeClr val="dk1"/>
              </a:buClr>
              <a:buSzPts val="1400"/>
              <a:buFont typeface="Gill Sans"/>
              <a:buNone/>
              <a:defRPr/>
            </a:lvl8pPr>
            <a:lvl9pPr lvl="8" algn="l">
              <a:lnSpc>
                <a:spcPct val="100000"/>
              </a:lnSpc>
              <a:spcBef>
                <a:spcPts val="0"/>
              </a:spcBef>
              <a:spcAft>
                <a:spcPts val="0"/>
              </a:spcAft>
              <a:buClr>
                <a:schemeClr val="dk1"/>
              </a:buClr>
              <a:buSzPts val="1400"/>
              <a:buFont typeface="Gill Sans"/>
              <a:buNone/>
              <a:defRPr/>
            </a:lvl9pPr>
          </a:lstStyle>
          <a:p/>
        </p:txBody>
      </p:sp>
      <p:sp>
        <p:nvSpPr>
          <p:cNvPr id="101" name="Google Shape;101;p28"/>
          <p:cNvSpPr txBox="1"/>
          <p:nvPr>
            <p:ph idx="12" type="sldNum"/>
          </p:nvPr>
        </p:nvSpPr>
        <p:spPr>
          <a:xfrm>
            <a:off x="816864" y="6356350"/>
            <a:ext cx="2641600" cy="36576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1pPr>
            <a:lvl2pPr indent="0" lvl="1"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2pPr>
            <a:lvl3pPr indent="0" lvl="2"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3pPr>
            <a:lvl4pPr indent="0" lvl="3"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4pPr>
            <a:lvl5pPr indent="0" lvl="4"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5pPr>
            <a:lvl6pPr indent="0" lvl="5"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6pPr>
            <a:lvl7pPr indent="0" lvl="6"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7pPr>
            <a:lvl8pPr indent="0" lvl="7"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8pPr>
            <a:lvl9pPr indent="0" lvl="8"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showMasterSp="0" type="vertTitleAndTx">
  <p:cSld name="VERTICAL_TITLE_AND_VERTICAL_TEXT">
    <p:spTree>
      <p:nvGrpSpPr>
        <p:cNvPr id="102" name="Shape 102"/>
        <p:cNvGrpSpPr/>
        <p:nvPr/>
      </p:nvGrpSpPr>
      <p:grpSpPr>
        <a:xfrm>
          <a:off x="0" y="0"/>
          <a:ext cx="0" cy="0"/>
          <a:chOff x="0" y="0"/>
          <a:chExt cx="0" cy="0"/>
        </a:xfrm>
      </p:grpSpPr>
      <p:sp>
        <p:nvSpPr>
          <p:cNvPr id="103" name="Google Shape;103;p29"/>
          <p:cNvSpPr txBox="1"/>
          <p:nvPr>
            <p:ph type="title"/>
          </p:nvPr>
        </p:nvSpPr>
        <p:spPr>
          <a:xfrm rot="5400000">
            <a:off x="7285037" y="1828810"/>
            <a:ext cx="5851525" cy="27432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4" name="Google Shape;104;p29"/>
          <p:cNvSpPr txBox="1"/>
          <p:nvPr>
            <p:ph idx="1" type="body"/>
          </p:nvPr>
        </p:nvSpPr>
        <p:spPr>
          <a:xfrm rot="5400000">
            <a:off x="1697037" y="-812791"/>
            <a:ext cx="5851525" cy="8026400"/>
          </a:xfrm>
          <a:prstGeom prst="rect">
            <a:avLst/>
          </a:prstGeom>
          <a:noFill/>
          <a:ln>
            <a:noFill/>
          </a:ln>
        </p:spPr>
        <p:txBody>
          <a:bodyPr anchorCtr="0" anchor="t" bIns="45700" lIns="91425" spcFirstLastPara="1" rIns="91425" wrap="square" tIns="45700">
            <a:normAutofit/>
          </a:bodyPr>
          <a:lstStyle>
            <a:lvl1pPr indent="-315468" lvl="0" marL="457200" algn="l">
              <a:lnSpc>
                <a:spcPct val="100000"/>
              </a:lnSpc>
              <a:spcBef>
                <a:spcPts val="600"/>
              </a:spcBef>
              <a:spcAft>
                <a:spcPts val="0"/>
              </a:spcAft>
              <a:buSzPts val="1368"/>
              <a:buChar char="?"/>
              <a:defRPr/>
            </a:lvl1pPr>
            <a:lvl2pPr indent="-315468" lvl="1" marL="914400" algn="l">
              <a:lnSpc>
                <a:spcPct val="100000"/>
              </a:lnSpc>
              <a:spcBef>
                <a:spcPts val="500"/>
              </a:spcBef>
              <a:spcAft>
                <a:spcPts val="0"/>
              </a:spcAft>
              <a:buSzPts val="1368"/>
              <a:buChar char="?"/>
              <a:defRPr/>
            </a:lvl2pPr>
            <a:lvl3pPr indent="-315467" lvl="2" marL="1371600" algn="l">
              <a:lnSpc>
                <a:spcPct val="100000"/>
              </a:lnSpc>
              <a:spcBef>
                <a:spcPts val="500"/>
              </a:spcBef>
              <a:spcAft>
                <a:spcPts val="0"/>
              </a:spcAft>
              <a:buSzPts val="1368"/>
              <a:buChar char="?"/>
              <a:defRPr/>
            </a:lvl3pPr>
            <a:lvl4pPr indent="-308610" lvl="3" marL="1828800" algn="l">
              <a:lnSpc>
                <a:spcPct val="100000"/>
              </a:lnSpc>
              <a:spcBef>
                <a:spcPts val="400"/>
              </a:spcBef>
              <a:spcAft>
                <a:spcPts val="0"/>
              </a:spcAft>
              <a:buSzPts val="1260"/>
              <a:buChar char="◻"/>
              <a:defRPr/>
            </a:lvl4pPr>
            <a:lvl5pPr indent="-308610" lvl="4" marL="2286000" algn="l">
              <a:lnSpc>
                <a:spcPct val="100000"/>
              </a:lnSpc>
              <a:spcBef>
                <a:spcPts val="300"/>
              </a:spcBef>
              <a:spcAft>
                <a:spcPts val="0"/>
              </a:spcAft>
              <a:buSzPts val="1260"/>
              <a:buChar char="◻"/>
              <a:defRPr/>
            </a:lvl5pPr>
            <a:lvl6pPr indent="-314325" lvl="5" marL="2743200" algn="l">
              <a:lnSpc>
                <a:spcPct val="100000"/>
              </a:lnSpc>
              <a:spcBef>
                <a:spcPts val="300"/>
              </a:spcBef>
              <a:spcAft>
                <a:spcPts val="0"/>
              </a:spcAft>
              <a:buSzPts val="1350"/>
              <a:buChar char="?"/>
              <a:defRPr/>
            </a:lvl6pPr>
            <a:lvl7pPr indent="-314325" lvl="6" marL="3200400" algn="l">
              <a:lnSpc>
                <a:spcPct val="100000"/>
              </a:lnSpc>
              <a:spcBef>
                <a:spcPts val="300"/>
              </a:spcBef>
              <a:spcAft>
                <a:spcPts val="0"/>
              </a:spcAft>
              <a:buSzPts val="1350"/>
              <a:buChar char="?"/>
              <a:defRPr/>
            </a:lvl7pPr>
            <a:lvl8pPr indent="-314325" lvl="7" marL="3657600" algn="l">
              <a:lnSpc>
                <a:spcPct val="100000"/>
              </a:lnSpc>
              <a:spcBef>
                <a:spcPts val="300"/>
              </a:spcBef>
              <a:spcAft>
                <a:spcPts val="0"/>
              </a:spcAft>
              <a:buSzPts val="1350"/>
              <a:buChar char="?"/>
              <a:defRPr/>
            </a:lvl8pPr>
            <a:lvl9pPr indent="-314325" lvl="8" marL="4114800" algn="l">
              <a:lnSpc>
                <a:spcPct val="100000"/>
              </a:lnSpc>
              <a:spcBef>
                <a:spcPts val="300"/>
              </a:spcBef>
              <a:spcAft>
                <a:spcPts val="0"/>
              </a:spcAft>
              <a:buSzPts val="1350"/>
              <a:buChar char="?"/>
              <a:defRPr/>
            </a:lvl9pPr>
          </a:lstStyle>
          <a:p/>
        </p:txBody>
      </p:sp>
      <p:sp>
        <p:nvSpPr>
          <p:cNvPr id="105" name="Google Shape;105;p29"/>
          <p:cNvSpPr txBox="1"/>
          <p:nvPr>
            <p:ph idx="10" type="dt"/>
          </p:nvPr>
        </p:nvSpPr>
        <p:spPr>
          <a:xfrm>
            <a:off x="8534400" y="6356350"/>
            <a:ext cx="3052064" cy="36576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dk2"/>
              </a:buClr>
              <a:buSzPts val="1400"/>
              <a:buFont typeface="Gill Sans"/>
              <a:buNone/>
              <a:defRPr/>
            </a:lvl1pPr>
            <a:lvl2pPr lvl="1" algn="l">
              <a:lnSpc>
                <a:spcPct val="100000"/>
              </a:lnSpc>
              <a:spcBef>
                <a:spcPts val="0"/>
              </a:spcBef>
              <a:spcAft>
                <a:spcPts val="0"/>
              </a:spcAft>
              <a:buClr>
                <a:schemeClr val="dk1"/>
              </a:buClr>
              <a:buSzPts val="1400"/>
              <a:buFont typeface="Gill Sans"/>
              <a:buNone/>
              <a:defRPr/>
            </a:lvl2pPr>
            <a:lvl3pPr lvl="2" algn="l">
              <a:lnSpc>
                <a:spcPct val="100000"/>
              </a:lnSpc>
              <a:spcBef>
                <a:spcPts val="0"/>
              </a:spcBef>
              <a:spcAft>
                <a:spcPts val="0"/>
              </a:spcAft>
              <a:buClr>
                <a:schemeClr val="dk1"/>
              </a:buClr>
              <a:buSzPts val="1400"/>
              <a:buFont typeface="Gill Sans"/>
              <a:buNone/>
              <a:defRPr/>
            </a:lvl3pPr>
            <a:lvl4pPr lvl="3" algn="l">
              <a:lnSpc>
                <a:spcPct val="100000"/>
              </a:lnSpc>
              <a:spcBef>
                <a:spcPts val="0"/>
              </a:spcBef>
              <a:spcAft>
                <a:spcPts val="0"/>
              </a:spcAft>
              <a:buClr>
                <a:schemeClr val="dk1"/>
              </a:buClr>
              <a:buSzPts val="1400"/>
              <a:buFont typeface="Gill Sans"/>
              <a:buNone/>
              <a:defRPr/>
            </a:lvl4pPr>
            <a:lvl5pPr lvl="4" algn="l">
              <a:lnSpc>
                <a:spcPct val="100000"/>
              </a:lnSpc>
              <a:spcBef>
                <a:spcPts val="0"/>
              </a:spcBef>
              <a:spcAft>
                <a:spcPts val="0"/>
              </a:spcAft>
              <a:buClr>
                <a:schemeClr val="dk1"/>
              </a:buClr>
              <a:buSzPts val="1400"/>
              <a:buFont typeface="Gill Sans"/>
              <a:buNone/>
              <a:defRPr/>
            </a:lvl5pPr>
            <a:lvl6pPr lvl="5" algn="l">
              <a:lnSpc>
                <a:spcPct val="100000"/>
              </a:lnSpc>
              <a:spcBef>
                <a:spcPts val="0"/>
              </a:spcBef>
              <a:spcAft>
                <a:spcPts val="0"/>
              </a:spcAft>
              <a:buClr>
                <a:schemeClr val="dk1"/>
              </a:buClr>
              <a:buSzPts val="1400"/>
              <a:buFont typeface="Gill Sans"/>
              <a:buNone/>
              <a:defRPr/>
            </a:lvl6pPr>
            <a:lvl7pPr lvl="6" algn="l">
              <a:lnSpc>
                <a:spcPct val="100000"/>
              </a:lnSpc>
              <a:spcBef>
                <a:spcPts val="0"/>
              </a:spcBef>
              <a:spcAft>
                <a:spcPts val="0"/>
              </a:spcAft>
              <a:buClr>
                <a:schemeClr val="dk1"/>
              </a:buClr>
              <a:buSzPts val="1400"/>
              <a:buFont typeface="Gill Sans"/>
              <a:buNone/>
              <a:defRPr/>
            </a:lvl7pPr>
            <a:lvl8pPr lvl="7" algn="l">
              <a:lnSpc>
                <a:spcPct val="100000"/>
              </a:lnSpc>
              <a:spcBef>
                <a:spcPts val="0"/>
              </a:spcBef>
              <a:spcAft>
                <a:spcPts val="0"/>
              </a:spcAft>
              <a:buClr>
                <a:schemeClr val="dk1"/>
              </a:buClr>
              <a:buSzPts val="1400"/>
              <a:buFont typeface="Gill Sans"/>
              <a:buNone/>
              <a:defRPr/>
            </a:lvl8pPr>
            <a:lvl9pPr lvl="8" algn="l">
              <a:lnSpc>
                <a:spcPct val="100000"/>
              </a:lnSpc>
              <a:spcBef>
                <a:spcPts val="0"/>
              </a:spcBef>
              <a:spcAft>
                <a:spcPts val="0"/>
              </a:spcAft>
              <a:buClr>
                <a:schemeClr val="dk1"/>
              </a:buClr>
              <a:buSzPts val="1400"/>
              <a:buFont typeface="Gill Sans"/>
              <a:buNone/>
              <a:defRPr/>
            </a:lvl9pPr>
          </a:lstStyle>
          <a:p/>
        </p:txBody>
      </p:sp>
      <p:sp>
        <p:nvSpPr>
          <p:cNvPr id="106" name="Google Shape;106;p29"/>
          <p:cNvSpPr txBox="1"/>
          <p:nvPr>
            <p:ph idx="11" type="ftr"/>
          </p:nvPr>
        </p:nvSpPr>
        <p:spPr>
          <a:xfrm>
            <a:off x="3864864" y="6356350"/>
            <a:ext cx="4673600" cy="36576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Clr>
                <a:schemeClr val="dk2"/>
              </a:buClr>
              <a:buSzPts val="1400"/>
              <a:buFont typeface="Gill Sans"/>
              <a:buNone/>
              <a:defRPr/>
            </a:lvl1pPr>
            <a:lvl2pPr lvl="1" algn="l">
              <a:lnSpc>
                <a:spcPct val="100000"/>
              </a:lnSpc>
              <a:spcBef>
                <a:spcPts val="0"/>
              </a:spcBef>
              <a:spcAft>
                <a:spcPts val="0"/>
              </a:spcAft>
              <a:buClr>
                <a:schemeClr val="dk1"/>
              </a:buClr>
              <a:buSzPts val="1400"/>
              <a:buFont typeface="Gill Sans"/>
              <a:buNone/>
              <a:defRPr/>
            </a:lvl2pPr>
            <a:lvl3pPr lvl="2" algn="l">
              <a:lnSpc>
                <a:spcPct val="100000"/>
              </a:lnSpc>
              <a:spcBef>
                <a:spcPts val="0"/>
              </a:spcBef>
              <a:spcAft>
                <a:spcPts val="0"/>
              </a:spcAft>
              <a:buClr>
                <a:schemeClr val="dk1"/>
              </a:buClr>
              <a:buSzPts val="1400"/>
              <a:buFont typeface="Gill Sans"/>
              <a:buNone/>
              <a:defRPr/>
            </a:lvl3pPr>
            <a:lvl4pPr lvl="3" algn="l">
              <a:lnSpc>
                <a:spcPct val="100000"/>
              </a:lnSpc>
              <a:spcBef>
                <a:spcPts val="0"/>
              </a:spcBef>
              <a:spcAft>
                <a:spcPts val="0"/>
              </a:spcAft>
              <a:buClr>
                <a:schemeClr val="dk1"/>
              </a:buClr>
              <a:buSzPts val="1400"/>
              <a:buFont typeface="Gill Sans"/>
              <a:buNone/>
              <a:defRPr/>
            </a:lvl4pPr>
            <a:lvl5pPr lvl="4" algn="l">
              <a:lnSpc>
                <a:spcPct val="100000"/>
              </a:lnSpc>
              <a:spcBef>
                <a:spcPts val="0"/>
              </a:spcBef>
              <a:spcAft>
                <a:spcPts val="0"/>
              </a:spcAft>
              <a:buClr>
                <a:schemeClr val="dk1"/>
              </a:buClr>
              <a:buSzPts val="1400"/>
              <a:buFont typeface="Gill Sans"/>
              <a:buNone/>
              <a:defRPr/>
            </a:lvl5pPr>
            <a:lvl6pPr lvl="5" algn="l">
              <a:lnSpc>
                <a:spcPct val="100000"/>
              </a:lnSpc>
              <a:spcBef>
                <a:spcPts val="0"/>
              </a:spcBef>
              <a:spcAft>
                <a:spcPts val="0"/>
              </a:spcAft>
              <a:buClr>
                <a:schemeClr val="dk1"/>
              </a:buClr>
              <a:buSzPts val="1400"/>
              <a:buFont typeface="Gill Sans"/>
              <a:buNone/>
              <a:defRPr/>
            </a:lvl6pPr>
            <a:lvl7pPr lvl="6" algn="l">
              <a:lnSpc>
                <a:spcPct val="100000"/>
              </a:lnSpc>
              <a:spcBef>
                <a:spcPts val="0"/>
              </a:spcBef>
              <a:spcAft>
                <a:spcPts val="0"/>
              </a:spcAft>
              <a:buClr>
                <a:schemeClr val="dk1"/>
              </a:buClr>
              <a:buSzPts val="1400"/>
              <a:buFont typeface="Gill Sans"/>
              <a:buNone/>
              <a:defRPr/>
            </a:lvl7pPr>
            <a:lvl8pPr lvl="7" algn="l">
              <a:lnSpc>
                <a:spcPct val="100000"/>
              </a:lnSpc>
              <a:spcBef>
                <a:spcPts val="0"/>
              </a:spcBef>
              <a:spcAft>
                <a:spcPts val="0"/>
              </a:spcAft>
              <a:buClr>
                <a:schemeClr val="dk1"/>
              </a:buClr>
              <a:buSzPts val="1400"/>
              <a:buFont typeface="Gill Sans"/>
              <a:buNone/>
              <a:defRPr/>
            </a:lvl8pPr>
            <a:lvl9pPr lvl="8" algn="l">
              <a:lnSpc>
                <a:spcPct val="100000"/>
              </a:lnSpc>
              <a:spcBef>
                <a:spcPts val="0"/>
              </a:spcBef>
              <a:spcAft>
                <a:spcPts val="0"/>
              </a:spcAft>
              <a:buClr>
                <a:schemeClr val="dk1"/>
              </a:buClr>
              <a:buSzPts val="1400"/>
              <a:buFont typeface="Gill Sans"/>
              <a:buNone/>
              <a:defRPr/>
            </a:lvl9pPr>
          </a:lstStyle>
          <a:p/>
        </p:txBody>
      </p:sp>
      <p:sp>
        <p:nvSpPr>
          <p:cNvPr id="107" name="Google Shape;107;p29"/>
          <p:cNvSpPr txBox="1"/>
          <p:nvPr>
            <p:ph idx="12" type="sldNum"/>
          </p:nvPr>
        </p:nvSpPr>
        <p:spPr>
          <a:xfrm>
            <a:off x="816864" y="6356350"/>
            <a:ext cx="2641600" cy="36576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1pPr>
            <a:lvl2pPr indent="0" lvl="1"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2pPr>
            <a:lvl3pPr indent="0" lvl="2"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3pPr>
            <a:lvl4pPr indent="0" lvl="3"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4pPr>
            <a:lvl5pPr indent="0" lvl="4"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5pPr>
            <a:lvl6pPr indent="0" lvl="5"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6pPr>
            <a:lvl7pPr indent="0" lvl="6"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7pPr>
            <a:lvl8pPr indent="0" lvl="7"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8pPr>
            <a:lvl9pPr indent="0" lvl="8" marL="0" marR="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9pPr>
          </a:lstStyle>
          <a:p>
            <a:pPr indent="0" lvl="0" marL="0" rtl="0" algn="l">
              <a:spcBef>
                <a:spcPts val="0"/>
              </a:spcBef>
              <a:spcAft>
                <a:spcPts val="0"/>
              </a:spcAft>
              <a:buNone/>
            </a:pPr>
            <a:fld id="{00000000-1234-1234-1234-123412341234}" type="slidenum">
              <a:rPr lang="en-US"/>
              <a:t>‹#›</a:t>
            </a:fld>
            <a:endParaRPr/>
          </a:p>
        </p:txBody>
      </p:sp>
      <p:cxnSp>
        <p:nvCxnSpPr>
          <p:cNvPr id="108" name="Google Shape;108;p29"/>
          <p:cNvCxnSpPr/>
          <p:nvPr/>
        </p:nvCxnSpPr>
        <p:spPr>
          <a:xfrm>
            <a:off x="609600" y="6353175"/>
            <a:ext cx="10972800" cy="0"/>
          </a:xfrm>
          <a:prstGeom prst="straightConnector1">
            <a:avLst/>
          </a:prstGeom>
          <a:noFill/>
          <a:ln cap="flat" cmpd="sng" w="9525">
            <a:solidFill>
              <a:schemeClr val="accent2"/>
            </a:solidFill>
            <a:prstDash val="dash"/>
            <a:round/>
            <a:headEnd len="sm" w="sm" type="none"/>
            <a:tailEnd len="sm" w="sm" type="none"/>
          </a:ln>
        </p:spPr>
      </p:cxnSp>
      <p:sp>
        <p:nvSpPr>
          <p:cNvPr id="109" name="Google Shape;109;p29"/>
          <p:cNvSpPr/>
          <p:nvPr/>
        </p:nvSpPr>
        <p:spPr>
          <a:xfrm rot="5400000">
            <a:off x="590614" y="6447425"/>
            <a:ext cx="190849" cy="160418"/>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cxnSp>
        <p:nvCxnSpPr>
          <p:cNvPr id="110" name="Google Shape;110;p29"/>
          <p:cNvCxnSpPr/>
          <p:nvPr/>
        </p:nvCxnSpPr>
        <p:spPr>
          <a:xfrm rot="5400000">
            <a:off x="5814836" y="3201952"/>
            <a:ext cx="5852160" cy="0"/>
          </a:xfrm>
          <a:prstGeom prst="straightConnector1">
            <a:avLst/>
          </a:prstGeom>
          <a:noFill/>
          <a:ln cap="flat" cmpd="sng" w="9525">
            <a:solidFill>
              <a:schemeClr val="accent2"/>
            </a:solidFill>
            <a:prstDash val="dash"/>
            <a:round/>
            <a:headEnd len="sm" w="sm" type="none"/>
            <a:tailEnd len="sm" w="sm" type="none"/>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17" name="Shape 117"/>
        <p:cNvGrpSpPr/>
        <p:nvPr/>
      </p:nvGrpSpPr>
      <p:grpSpPr>
        <a:xfrm>
          <a:off x="0" y="0"/>
          <a:ext cx="0" cy="0"/>
          <a:chOff x="0" y="0"/>
          <a:chExt cx="0" cy="0"/>
        </a:xfrm>
      </p:grpSpPr>
      <p:sp>
        <p:nvSpPr>
          <p:cNvPr id="118" name="Google Shape;118;p31"/>
          <p:cNvSpPr txBox="1"/>
          <p:nvPr>
            <p:ph type="ctrTitle"/>
          </p:nvPr>
        </p:nvSpPr>
        <p:spPr>
          <a:xfrm>
            <a:off x="1524000" y="1124530"/>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9" name="Google Shape;119;p3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rgbClr val="3F3F3F"/>
              </a:buClr>
              <a:buSzPts val="2400"/>
              <a:buNone/>
              <a:defRPr sz="2400">
                <a:solidFill>
                  <a:srgbClr val="3F3F3F"/>
                </a:solidFill>
              </a:defRPr>
            </a:lvl1pPr>
            <a:lvl2pPr lvl="1" algn="ctr">
              <a:lnSpc>
                <a:spcPct val="90000"/>
              </a:lnSpc>
              <a:spcBef>
                <a:spcPts val="500"/>
              </a:spcBef>
              <a:spcAft>
                <a:spcPts val="0"/>
              </a:spcAft>
              <a:buClr>
                <a:schemeClr val="dk1"/>
              </a:buClr>
              <a:buSzPts val="2800"/>
              <a:buNone/>
              <a:defRPr sz="2800"/>
            </a:lvl2pPr>
            <a:lvl3pPr lvl="2" algn="ctr">
              <a:lnSpc>
                <a:spcPct val="90000"/>
              </a:lnSpc>
              <a:spcBef>
                <a:spcPts val="500"/>
              </a:spcBef>
              <a:spcAft>
                <a:spcPts val="0"/>
              </a:spcAft>
              <a:buClr>
                <a:schemeClr val="dk1"/>
              </a:buClr>
              <a:buSzPts val="2400"/>
              <a:buNone/>
              <a:defRPr sz="2400"/>
            </a:lvl3pPr>
            <a:lvl4pPr lvl="3" algn="ctr">
              <a:lnSpc>
                <a:spcPct val="90000"/>
              </a:lnSpc>
              <a:spcBef>
                <a:spcPts val="500"/>
              </a:spcBef>
              <a:spcAft>
                <a:spcPts val="0"/>
              </a:spcAft>
              <a:buClr>
                <a:schemeClr val="dk1"/>
              </a:buClr>
              <a:buSzPts val="2000"/>
              <a:buNone/>
              <a:defRPr sz="2000"/>
            </a:lvl4pPr>
            <a:lvl5pPr lvl="4" algn="ctr">
              <a:lnSpc>
                <a:spcPct val="90000"/>
              </a:lnSpc>
              <a:spcBef>
                <a:spcPts val="500"/>
              </a:spcBef>
              <a:spcAft>
                <a:spcPts val="0"/>
              </a:spcAft>
              <a:buClr>
                <a:schemeClr val="dk1"/>
              </a:buClr>
              <a:buSzPts val="2000"/>
              <a:buNone/>
              <a:defRPr sz="2000"/>
            </a:lvl5pPr>
            <a:lvl6pPr lvl="5" algn="ctr">
              <a:lnSpc>
                <a:spcPct val="100000"/>
              </a:lnSpc>
              <a:spcBef>
                <a:spcPts val="400"/>
              </a:spcBef>
              <a:spcAft>
                <a:spcPts val="0"/>
              </a:spcAft>
              <a:buClr>
                <a:schemeClr val="dk1"/>
              </a:buClr>
              <a:buSzPts val="2000"/>
              <a:buNone/>
              <a:defRPr sz="2000"/>
            </a:lvl6pPr>
            <a:lvl7pPr lvl="6" algn="ctr">
              <a:lnSpc>
                <a:spcPct val="100000"/>
              </a:lnSpc>
              <a:spcBef>
                <a:spcPts val="400"/>
              </a:spcBef>
              <a:spcAft>
                <a:spcPts val="0"/>
              </a:spcAft>
              <a:buClr>
                <a:schemeClr val="dk1"/>
              </a:buClr>
              <a:buSzPts val="2000"/>
              <a:buNone/>
              <a:defRPr sz="2000"/>
            </a:lvl7pPr>
            <a:lvl8pPr lvl="7" algn="ctr">
              <a:lnSpc>
                <a:spcPct val="100000"/>
              </a:lnSpc>
              <a:spcBef>
                <a:spcPts val="400"/>
              </a:spcBef>
              <a:spcAft>
                <a:spcPts val="0"/>
              </a:spcAft>
              <a:buClr>
                <a:schemeClr val="dk1"/>
              </a:buClr>
              <a:buSzPts val="2000"/>
              <a:buNone/>
              <a:defRPr sz="2000"/>
            </a:lvl8pPr>
            <a:lvl9pPr lvl="8" algn="ctr">
              <a:lnSpc>
                <a:spcPct val="100000"/>
              </a:lnSpc>
              <a:spcBef>
                <a:spcPts val="400"/>
              </a:spcBef>
              <a:spcAft>
                <a:spcPts val="0"/>
              </a:spcAft>
              <a:buClr>
                <a:schemeClr val="dk1"/>
              </a:buClr>
              <a:buSzPts val="2000"/>
              <a:buNone/>
              <a:defRPr sz="2000"/>
            </a:lvl9pPr>
          </a:lstStyle>
          <a:p/>
        </p:txBody>
      </p:sp>
      <p:sp>
        <p:nvSpPr>
          <p:cNvPr id="120" name="Google Shape;120;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1" name="Google Shape;121;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2" name="Google Shape;122;p31"/>
          <p:cNvSpPr txBox="1"/>
          <p:nvPr>
            <p:ph idx="12" type="sldNum"/>
          </p:nvPr>
        </p:nvSpPr>
        <p:spPr>
          <a:xfrm>
            <a:off x="8617527"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123" name="Shape 123"/>
        <p:cNvGrpSpPr/>
        <p:nvPr/>
      </p:nvGrpSpPr>
      <p:grpSpPr>
        <a:xfrm>
          <a:off x="0" y="0"/>
          <a:ext cx="0" cy="0"/>
          <a:chOff x="0" y="0"/>
          <a:chExt cx="0" cy="0"/>
        </a:xfrm>
      </p:grpSpPr>
      <p:sp>
        <p:nvSpPr>
          <p:cNvPr id="124" name="Google Shape;124;p32"/>
          <p:cNvSpPr txBox="1"/>
          <p:nvPr>
            <p:ph type="title"/>
          </p:nvPr>
        </p:nvSpPr>
        <p:spPr>
          <a:xfrm>
            <a:off x="845127" y="365760"/>
            <a:ext cx="10515600" cy="132556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5" name="Google Shape;125;p32"/>
          <p:cNvSpPr txBox="1"/>
          <p:nvPr>
            <p:ph idx="1" type="body"/>
          </p:nvPr>
        </p:nvSpPr>
        <p:spPr>
          <a:xfrm>
            <a:off x="845127" y="1828800"/>
            <a:ext cx="10515600" cy="4351337"/>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26" name="Google Shape;126;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7" name="Google Shape;127;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8" name="Google Shape;128;p32"/>
          <p:cNvSpPr txBox="1"/>
          <p:nvPr>
            <p:ph idx="12" type="sldNum"/>
          </p:nvPr>
        </p:nvSpPr>
        <p:spPr>
          <a:xfrm>
            <a:off x="8617527"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129" name="Shape 129"/>
        <p:cNvGrpSpPr/>
        <p:nvPr/>
      </p:nvGrpSpPr>
      <p:grpSpPr>
        <a:xfrm>
          <a:off x="0" y="0"/>
          <a:ext cx="0" cy="0"/>
          <a:chOff x="0" y="0"/>
          <a:chExt cx="0" cy="0"/>
        </a:xfrm>
      </p:grpSpPr>
      <p:sp>
        <p:nvSpPr>
          <p:cNvPr id="130" name="Google Shape;130;p33"/>
          <p:cNvSpPr txBox="1"/>
          <p:nvPr>
            <p:ph type="title"/>
          </p:nvPr>
        </p:nvSpPr>
        <p:spPr>
          <a:xfrm>
            <a:off x="831850" y="1712423"/>
            <a:ext cx="10515600" cy="2851208"/>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b="0"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1" name="Google Shape;131;p33"/>
          <p:cNvSpPr txBox="1"/>
          <p:nvPr>
            <p:ph idx="1" type="body"/>
          </p:nvPr>
        </p:nvSpPr>
        <p:spPr>
          <a:xfrm>
            <a:off x="831850" y="455263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3F3F3F"/>
              </a:buClr>
              <a:buSzPts val="2400"/>
              <a:buNone/>
              <a:defRPr sz="2400">
                <a:solidFill>
                  <a:srgbClr val="3F3F3F"/>
                </a:solidFill>
              </a:defRPr>
            </a:lvl1pPr>
            <a:lvl2pPr indent="-228600" lvl="1" marL="914400" algn="l">
              <a:lnSpc>
                <a:spcPct val="90000"/>
              </a:lnSpc>
              <a:spcBef>
                <a:spcPts val="500"/>
              </a:spcBef>
              <a:spcAft>
                <a:spcPts val="0"/>
              </a:spcAft>
              <a:buClr>
                <a:srgbClr val="888888"/>
              </a:buClr>
              <a:buSzPts val="1800"/>
              <a:buNone/>
              <a:defRPr sz="1800">
                <a:solidFill>
                  <a:srgbClr val="888888"/>
                </a:solidFill>
              </a:defRPr>
            </a:lvl2pPr>
            <a:lvl3pPr indent="-228600" lvl="2" marL="1371600" algn="l">
              <a:lnSpc>
                <a:spcPct val="90000"/>
              </a:lnSpc>
              <a:spcBef>
                <a:spcPts val="500"/>
              </a:spcBef>
              <a:spcAft>
                <a:spcPts val="0"/>
              </a:spcAft>
              <a:buClr>
                <a:srgbClr val="888888"/>
              </a:buClr>
              <a:buSzPts val="1600"/>
              <a:buNone/>
              <a:defRPr sz="1600">
                <a:solidFill>
                  <a:srgbClr val="888888"/>
                </a:solidFill>
              </a:defRPr>
            </a:lvl3pPr>
            <a:lvl4pPr indent="-228600" lvl="3" marL="1828800" algn="l">
              <a:lnSpc>
                <a:spcPct val="90000"/>
              </a:lnSpc>
              <a:spcBef>
                <a:spcPts val="500"/>
              </a:spcBef>
              <a:spcAft>
                <a:spcPts val="0"/>
              </a:spcAft>
              <a:buClr>
                <a:srgbClr val="888888"/>
              </a:buClr>
              <a:buSzPts val="1400"/>
              <a:buNone/>
              <a:defRPr sz="1400">
                <a:solidFill>
                  <a:srgbClr val="888888"/>
                </a:solidFill>
              </a:defRPr>
            </a:lvl4pPr>
            <a:lvl5pPr indent="-228600" lvl="4" marL="2286000" algn="l">
              <a:lnSpc>
                <a:spcPct val="90000"/>
              </a:lnSpc>
              <a:spcBef>
                <a:spcPts val="50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132" name="Google Shape;132;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3" name="Google Shape;133;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4" name="Google Shape;134;p33"/>
          <p:cNvSpPr txBox="1"/>
          <p:nvPr>
            <p:ph idx="12" type="sldNum"/>
          </p:nvPr>
        </p:nvSpPr>
        <p:spPr>
          <a:xfrm>
            <a:off x="8617527"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135" name="Shape 135"/>
        <p:cNvGrpSpPr/>
        <p:nvPr/>
      </p:nvGrpSpPr>
      <p:grpSpPr>
        <a:xfrm>
          <a:off x="0" y="0"/>
          <a:ext cx="0" cy="0"/>
          <a:chOff x="0" y="0"/>
          <a:chExt cx="0" cy="0"/>
        </a:xfrm>
      </p:grpSpPr>
      <p:sp>
        <p:nvSpPr>
          <p:cNvPr id="136" name="Google Shape;136;p34"/>
          <p:cNvSpPr txBox="1"/>
          <p:nvPr>
            <p:ph type="title"/>
          </p:nvPr>
        </p:nvSpPr>
        <p:spPr>
          <a:xfrm>
            <a:off x="845127" y="365760"/>
            <a:ext cx="10515600" cy="132556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7" name="Google Shape;137;p34"/>
          <p:cNvSpPr txBox="1"/>
          <p:nvPr>
            <p:ph idx="1" type="body"/>
          </p:nvPr>
        </p:nvSpPr>
        <p:spPr>
          <a:xfrm>
            <a:off x="845127" y="1828800"/>
            <a:ext cx="5181600" cy="4351337"/>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38" name="Google Shape;138;p34"/>
          <p:cNvSpPr txBox="1"/>
          <p:nvPr>
            <p:ph idx="2" type="body"/>
          </p:nvPr>
        </p:nvSpPr>
        <p:spPr>
          <a:xfrm>
            <a:off x="6172200" y="1828800"/>
            <a:ext cx="5181600" cy="4351337"/>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39" name="Google Shape;139;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0" name="Google Shape;140;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1" name="Google Shape;141;p34"/>
          <p:cNvSpPr txBox="1"/>
          <p:nvPr>
            <p:ph idx="12" type="sldNum"/>
          </p:nvPr>
        </p:nvSpPr>
        <p:spPr>
          <a:xfrm>
            <a:off x="8617527"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p:cSld name="Comparación">
    <p:spTree>
      <p:nvGrpSpPr>
        <p:cNvPr id="142" name="Shape 142"/>
        <p:cNvGrpSpPr/>
        <p:nvPr/>
      </p:nvGrpSpPr>
      <p:grpSpPr>
        <a:xfrm>
          <a:off x="0" y="0"/>
          <a:ext cx="0" cy="0"/>
          <a:chOff x="0" y="0"/>
          <a:chExt cx="0" cy="0"/>
        </a:xfrm>
      </p:grpSpPr>
      <p:sp>
        <p:nvSpPr>
          <p:cNvPr id="143" name="Google Shape;143;p35"/>
          <p:cNvSpPr txBox="1"/>
          <p:nvPr>
            <p:ph idx="1" type="body"/>
          </p:nvPr>
        </p:nvSpPr>
        <p:spPr>
          <a:xfrm>
            <a:off x="845127" y="1681850"/>
            <a:ext cx="5156200" cy="825699"/>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144" name="Google Shape;144;p35"/>
          <p:cNvSpPr txBox="1"/>
          <p:nvPr>
            <p:ph idx="2" type="body"/>
          </p:nvPr>
        </p:nvSpPr>
        <p:spPr>
          <a:xfrm>
            <a:off x="845127" y="2507550"/>
            <a:ext cx="5156200" cy="36805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45" name="Google Shape;145;p35"/>
          <p:cNvSpPr txBox="1"/>
          <p:nvPr>
            <p:ph idx="3" type="body"/>
          </p:nvPr>
        </p:nvSpPr>
        <p:spPr>
          <a:xfrm>
            <a:off x="6172200" y="1681851"/>
            <a:ext cx="5181601" cy="825698"/>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146" name="Google Shape;146;p35"/>
          <p:cNvSpPr txBox="1"/>
          <p:nvPr>
            <p:ph idx="4" type="body"/>
          </p:nvPr>
        </p:nvSpPr>
        <p:spPr>
          <a:xfrm>
            <a:off x="6172200" y="2507550"/>
            <a:ext cx="5181601" cy="36805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47" name="Google Shape;147;p3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8" name="Google Shape;148;p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9" name="Google Shape;149;p35"/>
          <p:cNvSpPr txBox="1"/>
          <p:nvPr>
            <p:ph idx="12" type="sldNum"/>
          </p:nvPr>
        </p:nvSpPr>
        <p:spPr>
          <a:xfrm>
            <a:off x="8617527"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50" name="Google Shape;150;p35"/>
          <p:cNvSpPr txBox="1"/>
          <p:nvPr>
            <p:ph type="title"/>
          </p:nvPr>
        </p:nvSpPr>
        <p:spPr>
          <a:xfrm>
            <a:off x="845127" y="365760"/>
            <a:ext cx="10515600" cy="132556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p:cSld name="Solo el título">
    <p:spTree>
      <p:nvGrpSpPr>
        <p:cNvPr id="151" name="Shape 151"/>
        <p:cNvGrpSpPr/>
        <p:nvPr/>
      </p:nvGrpSpPr>
      <p:grpSpPr>
        <a:xfrm>
          <a:off x="0" y="0"/>
          <a:ext cx="0" cy="0"/>
          <a:chOff x="0" y="0"/>
          <a:chExt cx="0" cy="0"/>
        </a:xfrm>
      </p:grpSpPr>
      <p:sp>
        <p:nvSpPr>
          <p:cNvPr id="152" name="Google Shape;152;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3" name="Google Shape;153;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4" name="Google Shape;154;p36"/>
          <p:cNvSpPr txBox="1"/>
          <p:nvPr>
            <p:ph idx="12" type="sldNum"/>
          </p:nvPr>
        </p:nvSpPr>
        <p:spPr>
          <a:xfrm>
            <a:off x="8617527"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55" name="Google Shape;155;p36"/>
          <p:cNvSpPr txBox="1"/>
          <p:nvPr>
            <p:ph type="title"/>
          </p:nvPr>
        </p:nvSpPr>
        <p:spPr>
          <a:xfrm>
            <a:off x="845127" y="365760"/>
            <a:ext cx="10515600" cy="132556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156" name="Shape 156"/>
        <p:cNvGrpSpPr/>
        <p:nvPr/>
      </p:nvGrpSpPr>
      <p:grpSpPr>
        <a:xfrm>
          <a:off x="0" y="0"/>
          <a:ext cx="0" cy="0"/>
          <a:chOff x="0" y="0"/>
          <a:chExt cx="0" cy="0"/>
        </a:xfrm>
      </p:grpSpPr>
      <p:sp>
        <p:nvSpPr>
          <p:cNvPr id="157" name="Google Shape;157;p3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8" name="Google Shape;158;p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9" name="Google Shape;159;p37"/>
          <p:cNvSpPr txBox="1"/>
          <p:nvPr>
            <p:ph idx="12" type="sldNum"/>
          </p:nvPr>
        </p:nvSpPr>
        <p:spPr>
          <a:xfrm>
            <a:off x="8617527"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160" name="Shape 160"/>
        <p:cNvGrpSpPr/>
        <p:nvPr/>
      </p:nvGrpSpPr>
      <p:grpSpPr>
        <a:xfrm>
          <a:off x="0" y="0"/>
          <a:ext cx="0" cy="0"/>
          <a:chOff x="0" y="0"/>
          <a:chExt cx="0" cy="0"/>
        </a:xfrm>
      </p:grpSpPr>
      <p:sp>
        <p:nvSpPr>
          <p:cNvPr id="161" name="Google Shape;161;p38"/>
          <p:cNvSpPr txBox="1"/>
          <p:nvPr>
            <p:ph type="title"/>
          </p:nvPr>
        </p:nvSpPr>
        <p:spPr>
          <a:xfrm>
            <a:off x="841248" y="457200"/>
            <a:ext cx="3931920" cy="160019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b="0"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2" name="Google Shape;162;p38"/>
          <p:cNvSpPr txBox="1"/>
          <p:nvPr>
            <p:ph idx="1" type="body"/>
          </p:nvPr>
        </p:nvSpPr>
        <p:spPr>
          <a:xfrm>
            <a:off x="5181600" y="990600"/>
            <a:ext cx="6172200" cy="4876800"/>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163" name="Google Shape;163;p38"/>
          <p:cNvSpPr txBox="1"/>
          <p:nvPr>
            <p:ph idx="2" type="body"/>
          </p:nvPr>
        </p:nvSpPr>
        <p:spPr>
          <a:xfrm>
            <a:off x="841248" y="2057399"/>
            <a:ext cx="3931920" cy="381000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200"/>
              <a:buNone/>
              <a:defRPr sz="1200"/>
            </a:lvl2pPr>
            <a:lvl3pPr indent="-228600" lvl="2" marL="1371600" algn="l">
              <a:lnSpc>
                <a:spcPct val="90000"/>
              </a:lnSpc>
              <a:spcBef>
                <a:spcPts val="500"/>
              </a:spcBef>
              <a:spcAft>
                <a:spcPts val="0"/>
              </a:spcAft>
              <a:buClr>
                <a:schemeClr val="dk1"/>
              </a:buClr>
              <a:buSzPts val="1000"/>
              <a:buNone/>
              <a:defRPr sz="1000"/>
            </a:lvl3pPr>
            <a:lvl4pPr indent="-228600" lvl="3" marL="1828800" algn="l">
              <a:lnSpc>
                <a:spcPct val="90000"/>
              </a:lnSpc>
              <a:spcBef>
                <a:spcPts val="500"/>
              </a:spcBef>
              <a:spcAft>
                <a:spcPts val="0"/>
              </a:spcAft>
              <a:buClr>
                <a:schemeClr val="dk1"/>
              </a:buClr>
              <a:buSzPts val="900"/>
              <a:buNone/>
              <a:defRPr sz="900"/>
            </a:lvl4pPr>
            <a:lvl5pPr indent="-228600" lvl="4" marL="2286000" algn="l">
              <a:lnSpc>
                <a:spcPct val="90000"/>
              </a:lnSpc>
              <a:spcBef>
                <a:spcPts val="50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164" name="Google Shape;164;p3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5" name="Google Shape;165;p3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6" name="Google Shape;166;p38"/>
          <p:cNvSpPr txBox="1"/>
          <p:nvPr>
            <p:ph idx="12" type="sldNum"/>
          </p:nvPr>
        </p:nvSpPr>
        <p:spPr>
          <a:xfrm>
            <a:off x="8617527"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167" name="Shape 167"/>
        <p:cNvGrpSpPr/>
        <p:nvPr/>
      </p:nvGrpSpPr>
      <p:grpSpPr>
        <a:xfrm>
          <a:off x="0" y="0"/>
          <a:ext cx="0" cy="0"/>
          <a:chOff x="0" y="0"/>
          <a:chExt cx="0" cy="0"/>
        </a:xfrm>
      </p:grpSpPr>
      <p:sp>
        <p:nvSpPr>
          <p:cNvPr id="168" name="Google Shape;168;p39"/>
          <p:cNvSpPr txBox="1"/>
          <p:nvPr>
            <p:ph type="title"/>
          </p:nvPr>
        </p:nvSpPr>
        <p:spPr>
          <a:xfrm>
            <a:off x="841248" y="457200"/>
            <a:ext cx="393192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b="0"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9" name="Google Shape;169;p39"/>
          <p:cNvSpPr/>
          <p:nvPr>
            <p:ph idx="2" type="pic"/>
          </p:nvPr>
        </p:nvSpPr>
        <p:spPr>
          <a:xfrm>
            <a:off x="5181600" y="990600"/>
            <a:ext cx="6172200" cy="4876800"/>
          </a:xfrm>
          <a:prstGeom prst="rect">
            <a:avLst/>
          </a:prstGeom>
          <a:noFill/>
          <a:ln>
            <a:noFill/>
          </a:ln>
        </p:spPr>
      </p:sp>
      <p:sp>
        <p:nvSpPr>
          <p:cNvPr id="170" name="Google Shape;170;p39"/>
          <p:cNvSpPr txBox="1"/>
          <p:nvPr>
            <p:ph idx="1" type="body"/>
          </p:nvPr>
        </p:nvSpPr>
        <p:spPr>
          <a:xfrm>
            <a:off x="841248" y="2057400"/>
            <a:ext cx="3931920" cy="38100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200"/>
              <a:buNone/>
              <a:defRPr sz="1200"/>
            </a:lvl2pPr>
            <a:lvl3pPr indent="-228600" lvl="2" marL="1371600" algn="l">
              <a:lnSpc>
                <a:spcPct val="90000"/>
              </a:lnSpc>
              <a:spcBef>
                <a:spcPts val="500"/>
              </a:spcBef>
              <a:spcAft>
                <a:spcPts val="0"/>
              </a:spcAft>
              <a:buClr>
                <a:schemeClr val="dk1"/>
              </a:buClr>
              <a:buSzPts val="1000"/>
              <a:buNone/>
              <a:defRPr sz="1000"/>
            </a:lvl3pPr>
            <a:lvl4pPr indent="-228600" lvl="3" marL="1828800" algn="l">
              <a:lnSpc>
                <a:spcPct val="90000"/>
              </a:lnSpc>
              <a:spcBef>
                <a:spcPts val="500"/>
              </a:spcBef>
              <a:spcAft>
                <a:spcPts val="0"/>
              </a:spcAft>
              <a:buClr>
                <a:schemeClr val="dk1"/>
              </a:buClr>
              <a:buSzPts val="900"/>
              <a:buNone/>
              <a:defRPr sz="900"/>
            </a:lvl4pPr>
            <a:lvl5pPr indent="-228600" lvl="4" marL="2286000" algn="l">
              <a:lnSpc>
                <a:spcPct val="90000"/>
              </a:lnSpc>
              <a:spcBef>
                <a:spcPts val="50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171" name="Google Shape;171;p3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2" name="Google Shape;172;p3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3" name="Google Shape;173;p39"/>
          <p:cNvSpPr txBox="1"/>
          <p:nvPr>
            <p:ph idx="12" type="sldNum"/>
          </p:nvPr>
        </p:nvSpPr>
        <p:spPr>
          <a:xfrm>
            <a:off x="8617527"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174" name="Shape 174"/>
        <p:cNvGrpSpPr/>
        <p:nvPr/>
      </p:nvGrpSpPr>
      <p:grpSpPr>
        <a:xfrm>
          <a:off x="0" y="0"/>
          <a:ext cx="0" cy="0"/>
          <a:chOff x="0" y="0"/>
          <a:chExt cx="0" cy="0"/>
        </a:xfrm>
      </p:grpSpPr>
      <p:sp>
        <p:nvSpPr>
          <p:cNvPr id="175" name="Google Shape;175;p40"/>
          <p:cNvSpPr txBox="1"/>
          <p:nvPr>
            <p:ph type="title"/>
          </p:nvPr>
        </p:nvSpPr>
        <p:spPr>
          <a:xfrm>
            <a:off x="845127" y="365760"/>
            <a:ext cx="10515600" cy="132556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6" name="Google Shape;176;p40"/>
          <p:cNvSpPr txBox="1"/>
          <p:nvPr>
            <p:ph idx="1" type="body"/>
          </p:nvPr>
        </p:nvSpPr>
        <p:spPr>
          <a:xfrm rot="5400000">
            <a:off x="3927259" y="-1253332"/>
            <a:ext cx="4351337"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77" name="Google Shape;177;p4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8" name="Google Shape;178;p4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9" name="Google Shape;179;p40"/>
          <p:cNvSpPr txBox="1"/>
          <p:nvPr>
            <p:ph idx="12" type="sldNum"/>
          </p:nvPr>
        </p:nvSpPr>
        <p:spPr>
          <a:xfrm>
            <a:off x="8617527"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180" name="Shape 180"/>
        <p:cNvGrpSpPr/>
        <p:nvPr/>
      </p:nvGrpSpPr>
      <p:grpSpPr>
        <a:xfrm>
          <a:off x="0" y="0"/>
          <a:ext cx="0" cy="0"/>
          <a:chOff x="0" y="0"/>
          <a:chExt cx="0" cy="0"/>
        </a:xfrm>
      </p:grpSpPr>
      <p:sp>
        <p:nvSpPr>
          <p:cNvPr id="181" name="Google Shape;181;p41"/>
          <p:cNvSpPr txBox="1"/>
          <p:nvPr>
            <p:ph type="title"/>
          </p:nvPr>
        </p:nvSpPr>
        <p:spPr>
          <a:xfrm rot="5400000">
            <a:off x="7133431" y="1951831"/>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2" name="Google Shape;182;p41"/>
          <p:cNvSpPr txBox="1"/>
          <p:nvPr>
            <p:ph idx="1" type="body"/>
          </p:nvPr>
        </p:nvSpPr>
        <p:spPr>
          <a:xfrm rot="5400000">
            <a:off x="1799431" y="-600869"/>
            <a:ext cx="5811837"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3" name="Google Shape;183;p4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4" name="Google Shape;184;p4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5" name="Google Shape;185;p41"/>
          <p:cNvSpPr txBox="1"/>
          <p:nvPr>
            <p:ph idx="12" type="sldNum"/>
          </p:nvPr>
        </p:nvSpPr>
        <p:spPr>
          <a:xfrm>
            <a:off x="8617527"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92" name="Shape 192"/>
        <p:cNvGrpSpPr/>
        <p:nvPr/>
      </p:nvGrpSpPr>
      <p:grpSpPr>
        <a:xfrm>
          <a:off x="0" y="0"/>
          <a:ext cx="0" cy="0"/>
          <a:chOff x="0" y="0"/>
          <a:chExt cx="0" cy="0"/>
        </a:xfrm>
      </p:grpSpPr>
      <p:sp>
        <p:nvSpPr>
          <p:cNvPr id="193" name="Google Shape;193;p43"/>
          <p:cNvSpPr txBox="1"/>
          <p:nvPr>
            <p:ph type="ctrTitle"/>
          </p:nvPr>
        </p:nvSpPr>
        <p:spPr>
          <a:xfrm>
            <a:off x="1524000" y="1124530"/>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4" name="Google Shape;194;p4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rgbClr val="3F3F3F"/>
              </a:buClr>
              <a:buSzPts val="2400"/>
              <a:buNone/>
              <a:defRPr sz="2400">
                <a:solidFill>
                  <a:srgbClr val="3F3F3F"/>
                </a:solidFill>
              </a:defRPr>
            </a:lvl1pPr>
            <a:lvl2pPr lvl="1" algn="ctr">
              <a:lnSpc>
                <a:spcPct val="90000"/>
              </a:lnSpc>
              <a:spcBef>
                <a:spcPts val="500"/>
              </a:spcBef>
              <a:spcAft>
                <a:spcPts val="0"/>
              </a:spcAft>
              <a:buClr>
                <a:schemeClr val="dk1"/>
              </a:buClr>
              <a:buSzPts val="2800"/>
              <a:buNone/>
              <a:defRPr sz="2800"/>
            </a:lvl2pPr>
            <a:lvl3pPr lvl="2" algn="ctr">
              <a:lnSpc>
                <a:spcPct val="90000"/>
              </a:lnSpc>
              <a:spcBef>
                <a:spcPts val="500"/>
              </a:spcBef>
              <a:spcAft>
                <a:spcPts val="0"/>
              </a:spcAft>
              <a:buClr>
                <a:schemeClr val="dk1"/>
              </a:buClr>
              <a:buSzPts val="2400"/>
              <a:buNone/>
              <a:defRPr sz="2400"/>
            </a:lvl3pPr>
            <a:lvl4pPr lvl="3" algn="ctr">
              <a:lnSpc>
                <a:spcPct val="90000"/>
              </a:lnSpc>
              <a:spcBef>
                <a:spcPts val="500"/>
              </a:spcBef>
              <a:spcAft>
                <a:spcPts val="0"/>
              </a:spcAft>
              <a:buClr>
                <a:schemeClr val="dk1"/>
              </a:buClr>
              <a:buSzPts val="2000"/>
              <a:buNone/>
              <a:defRPr sz="2000"/>
            </a:lvl4pPr>
            <a:lvl5pPr lvl="4" algn="ctr">
              <a:lnSpc>
                <a:spcPct val="90000"/>
              </a:lnSpc>
              <a:spcBef>
                <a:spcPts val="500"/>
              </a:spcBef>
              <a:spcAft>
                <a:spcPts val="0"/>
              </a:spcAft>
              <a:buClr>
                <a:schemeClr val="dk1"/>
              </a:buClr>
              <a:buSzPts val="2000"/>
              <a:buNone/>
              <a:defRPr sz="2000"/>
            </a:lvl5pPr>
            <a:lvl6pPr lvl="5" algn="ctr">
              <a:lnSpc>
                <a:spcPct val="100000"/>
              </a:lnSpc>
              <a:spcBef>
                <a:spcPts val="400"/>
              </a:spcBef>
              <a:spcAft>
                <a:spcPts val="0"/>
              </a:spcAft>
              <a:buClr>
                <a:schemeClr val="dk1"/>
              </a:buClr>
              <a:buSzPts val="2000"/>
              <a:buNone/>
              <a:defRPr sz="2000"/>
            </a:lvl6pPr>
            <a:lvl7pPr lvl="6" algn="ctr">
              <a:lnSpc>
                <a:spcPct val="100000"/>
              </a:lnSpc>
              <a:spcBef>
                <a:spcPts val="400"/>
              </a:spcBef>
              <a:spcAft>
                <a:spcPts val="0"/>
              </a:spcAft>
              <a:buClr>
                <a:schemeClr val="dk1"/>
              </a:buClr>
              <a:buSzPts val="2000"/>
              <a:buNone/>
              <a:defRPr sz="2000"/>
            </a:lvl7pPr>
            <a:lvl8pPr lvl="7" algn="ctr">
              <a:lnSpc>
                <a:spcPct val="100000"/>
              </a:lnSpc>
              <a:spcBef>
                <a:spcPts val="400"/>
              </a:spcBef>
              <a:spcAft>
                <a:spcPts val="0"/>
              </a:spcAft>
              <a:buClr>
                <a:schemeClr val="dk1"/>
              </a:buClr>
              <a:buSzPts val="2000"/>
              <a:buNone/>
              <a:defRPr sz="2000"/>
            </a:lvl8pPr>
            <a:lvl9pPr lvl="8" algn="ctr">
              <a:lnSpc>
                <a:spcPct val="100000"/>
              </a:lnSpc>
              <a:spcBef>
                <a:spcPts val="400"/>
              </a:spcBef>
              <a:spcAft>
                <a:spcPts val="0"/>
              </a:spcAft>
              <a:buClr>
                <a:schemeClr val="dk1"/>
              </a:buClr>
              <a:buSzPts val="2000"/>
              <a:buNone/>
              <a:defRPr sz="2000"/>
            </a:lvl9pPr>
          </a:lstStyle>
          <a:p/>
        </p:txBody>
      </p:sp>
      <p:sp>
        <p:nvSpPr>
          <p:cNvPr id="195" name="Google Shape;195;p4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6" name="Google Shape;196;p4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7" name="Google Shape;197;p43"/>
          <p:cNvSpPr txBox="1"/>
          <p:nvPr>
            <p:ph idx="12" type="sldNum"/>
          </p:nvPr>
        </p:nvSpPr>
        <p:spPr>
          <a:xfrm>
            <a:off x="8617527"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198" name="Shape 198"/>
        <p:cNvGrpSpPr/>
        <p:nvPr/>
      </p:nvGrpSpPr>
      <p:grpSpPr>
        <a:xfrm>
          <a:off x="0" y="0"/>
          <a:ext cx="0" cy="0"/>
          <a:chOff x="0" y="0"/>
          <a:chExt cx="0" cy="0"/>
        </a:xfrm>
      </p:grpSpPr>
      <p:sp>
        <p:nvSpPr>
          <p:cNvPr id="199" name="Google Shape;199;p44"/>
          <p:cNvSpPr txBox="1"/>
          <p:nvPr>
            <p:ph type="title"/>
          </p:nvPr>
        </p:nvSpPr>
        <p:spPr>
          <a:xfrm>
            <a:off x="845127" y="365760"/>
            <a:ext cx="10515600" cy="132556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0" name="Google Shape;200;p44"/>
          <p:cNvSpPr txBox="1"/>
          <p:nvPr>
            <p:ph idx="1" type="body"/>
          </p:nvPr>
        </p:nvSpPr>
        <p:spPr>
          <a:xfrm>
            <a:off x="845127" y="1828800"/>
            <a:ext cx="10515600" cy="4351337"/>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01" name="Google Shape;201;p4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2" name="Google Shape;202;p4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3" name="Google Shape;203;p44"/>
          <p:cNvSpPr txBox="1"/>
          <p:nvPr>
            <p:ph idx="12" type="sldNum"/>
          </p:nvPr>
        </p:nvSpPr>
        <p:spPr>
          <a:xfrm>
            <a:off x="8617527"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204" name="Shape 204"/>
        <p:cNvGrpSpPr/>
        <p:nvPr/>
      </p:nvGrpSpPr>
      <p:grpSpPr>
        <a:xfrm>
          <a:off x="0" y="0"/>
          <a:ext cx="0" cy="0"/>
          <a:chOff x="0" y="0"/>
          <a:chExt cx="0" cy="0"/>
        </a:xfrm>
      </p:grpSpPr>
      <p:sp>
        <p:nvSpPr>
          <p:cNvPr id="205" name="Google Shape;205;p45"/>
          <p:cNvSpPr txBox="1"/>
          <p:nvPr>
            <p:ph type="title"/>
          </p:nvPr>
        </p:nvSpPr>
        <p:spPr>
          <a:xfrm>
            <a:off x="831850" y="1712423"/>
            <a:ext cx="10515600" cy="2851208"/>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b="0"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6" name="Google Shape;206;p45"/>
          <p:cNvSpPr txBox="1"/>
          <p:nvPr>
            <p:ph idx="1" type="body"/>
          </p:nvPr>
        </p:nvSpPr>
        <p:spPr>
          <a:xfrm>
            <a:off x="831850" y="455263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3F3F3F"/>
              </a:buClr>
              <a:buSzPts val="2400"/>
              <a:buNone/>
              <a:defRPr sz="2400">
                <a:solidFill>
                  <a:srgbClr val="3F3F3F"/>
                </a:solidFill>
              </a:defRPr>
            </a:lvl1pPr>
            <a:lvl2pPr indent="-228600" lvl="1" marL="914400" algn="l">
              <a:lnSpc>
                <a:spcPct val="90000"/>
              </a:lnSpc>
              <a:spcBef>
                <a:spcPts val="500"/>
              </a:spcBef>
              <a:spcAft>
                <a:spcPts val="0"/>
              </a:spcAft>
              <a:buClr>
                <a:srgbClr val="888888"/>
              </a:buClr>
              <a:buSzPts val="1800"/>
              <a:buNone/>
              <a:defRPr sz="1800">
                <a:solidFill>
                  <a:srgbClr val="888888"/>
                </a:solidFill>
              </a:defRPr>
            </a:lvl2pPr>
            <a:lvl3pPr indent="-228600" lvl="2" marL="1371600" algn="l">
              <a:lnSpc>
                <a:spcPct val="90000"/>
              </a:lnSpc>
              <a:spcBef>
                <a:spcPts val="500"/>
              </a:spcBef>
              <a:spcAft>
                <a:spcPts val="0"/>
              </a:spcAft>
              <a:buClr>
                <a:srgbClr val="888888"/>
              </a:buClr>
              <a:buSzPts val="1600"/>
              <a:buNone/>
              <a:defRPr sz="1600">
                <a:solidFill>
                  <a:srgbClr val="888888"/>
                </a:solidFill>
              </a:defRPr>
            </a:lvl3pPr>
            <a:lvl4pPr indent="-228600" lvl="3" marL="1828800" algn="l">
              <a:lnSpc>
                <a:spcPct val="90000"/>
              </a:lnSpc>
              <a:spcBef>
                <a:spcPts val="500"/>
              </a:spcBef>
              <a:spcAft>
                <a:spcPts val="0"/>
              </a:spcAft>
              <a:buClr>
                <a:srgbClr val="888888"/>
              </a:buClr>
              <a:buSzPts val="1400"/>
              <a:buNone/>
              <a:defRPr sz="1400">
                <a:solidFill>
                  <a:srgbClr val="888888"/>
                </a:solidFill>
              </a:defRPr>
            </a:lvl4pPr>
            <a:lvl5pPr indent="-228600" lvl="4" marL="2286000" algn="l">
              <a:lnSpc>
                <a:spcPct val="90000"/>
              </a:lnSpc>
              <a:spcBef>
                <a:spcPts val="50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207" name="Google Shape;207;p4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8" name="Google Shape;208;p4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9" name="Google Shape;209;p45"/>
          <p:cNvSpPr txBox="1"/>
          <p:nvPr>
            <p:ph idx="12" type="sldNum"/>
          </p:nvPr>
        </p:nvSpPr>
        <p:spPr>
          <a:xfrm>
            <a:off x="8617527"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210" name="Shape 210"/>
        <p:cNvGrpSpPr/>
        <p:nvPr/>
      </p:nvGrpSpPr>
      <p:grpSpPr>
        <a:xfrm>
          <a:off x="0" y="0"/>
          <a:ext cx="0" cy="0"/>
          <a:chOff x="0" y="0"/>
          <a:chExt cx="0" cy="0"/>
        </a:xfrm>
      </p:grpSpPr>
      <p:sp>
        <p:nvSpPr>
          <p:cNvPr id="211" name="Google Shape;211;p46"/>
          <p:cNvSpPr txBox="1"/>
          <p:nvPr>
            <p:ph type="title"/>
          </p:nvPr>
        </p:nvSpPr>
        <p:spPr>
          <a:xfrm>
            <a:off x="845127" y="365760"/>
            <a:ext cx="10515600" cy="132556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2" name="Google Shape;212;p46"/>
          <p:cNvSpPr txBox="1"/>
          <p:nvPr>
            <p:ph idx="1" type="body"/>
          </p:nvPr>
        </p:nvSpPr>
        <p:spPr>
          <a:xfrm>
            <a:off x="845127" y="1828800"/>
            <a:ext cx="5181600" cy="4351337"/>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13" name="Google Shape;213;p46"/>
          <p:cNvSpPr txBox="1"/>
          <p:nvPr>
            <p:ph idx="2" type="body"/>
          </p:nvPr>
        </p:nvSpPr>
        <p:spPr>
          <a:xfrm>
            <a:off x="6172200" y="1828800"/>
            <a:ext cx="5181600" cy="4351337"/>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14" name="Google Shape;214;p4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5" name="Google Shape;215;p4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6" name="Google Shape;216;p46"/>
          <p:cNvSpPr txBox="1"/>
          <p:nvPr>
            <p:ph idx="12" type="sldNum"/>
          </p:nvPr>
        </p:nvSpPr>
        <p:spPr>
          <a:xfrm>
            <a:off x="8617527"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p:cSld name="Comparación">
    <p:spTree>
      <p:nvGrpSpPr>
        <p:cNvPr id="217" name="Shape 217"/>
        <p:cNvGrpSpPr/>
        <p:nvPr/>
      </p:nvGrpSpPr>
      <p:grpSpPr>
        <a:xfrm>
          <a:off x="0" y="0"/>
          <a:ext cx="0" cy="0"/>
          <a:chOff x="0" y="0"/>
          <a:chExt cx="0" cy="0"/>
        </a:xfrm>
      </p:grpSpPr>
      <p:sp>
        <p:nvSpPr>
          <p:cNvPr id="218" name="Google Shape;218;p47"/>
          <p:cNvSpPr txBox="1"/>
          <p:nvPr>
            <p:ph idx="1" type="body"/>
          </p:nvPr>
        </p:nvSpPr>
        <p:spPr>
          <a:xfrm>
            <a:off x="845127" y="1681850"/>
            <a:ext cx="5156200" cy="825699"/>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219" name="Google Shape;219;p47"/>
          <p:cNvSpPr txBox="1"/>
          <p:nvPr>
            <p:ph idx="2" type="body"/>
          </p:nvPr>
        </p:nvSpPr>
        <p:spPr>
          <a:xfrm>
            <a:off x="845127" y="2507550"/>
            <a:ext cx="5156200" cy="36805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20" name="Google Shape;220;p47"/>
          <p:cNvSpPr txBox="1"/>
          <p:nvPr>
            <p:ph idx="3" type="body"/>
          </p:nvPr>
        </p:nvSpPr>
        <p:spPr>
          <a:xfrm>
            <a:off x="6172200" y="1681851"/>
            <a:ext cx="5181601" cy="825698"/>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221" name="Google Shape;221;p47"/>
          <p:cNvSpPr txBox="1"/>
          <p:nvPr>
            <p:ph idx="4" type="body"/>
          </p:nvPr>
        </p:nvSpPr>
        <p:spPr>
          <a:xfrm>
            <a:off x="6172200" y="2507550"/>
            <a:ext cx="5181601" cy="36805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22" name="Google Shape;222;p4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3" name="Google Shape;223;p4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4" name="Google Shape;224;p47"/>
          <p:cNvSpPr txBox="1"/>
          <p:nvPr>
            <p:ph idx="12" type="sldNum"/>
          </p:nvPr>
        </p:nvSpPr>
        <p:spPr>
          <a:xfrm>
            <a:off x="8617527"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225" name="Google Shape;225;p47"/>
          <p:cNvSpPr txBox="1"/>
          <p:nvPr>
            <p:ph type="title"/>
          </p:nvPr>
        </p:nvSpPr>
        <p:spPr>
          <a:xfrm>
            <a:off x="845127" y="365760"/>
            <a:ext cx="10515600" cy="132556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p:cSld name="Solo el título">
    <p:spTree>
      <p:nvGrpSpPr>
        <p:cNvPr id="226" name="Shape 226"/>
        <p:cNvGrpSpPr/>
        <p:nvPr/>
      </p:nvGrpSpPr>
      <p:grpSpPr>
        <a:xfrm>
          <a:off x="0" y="0"/>
          <a:ext cx="0" cy="0"/>
          <a:chOff x="0" y="0"/>
          <a:chExt cx="0" cy="0"/>
        </a:xfrm>
      </p:grpSpPr>
      <p:sp>
        <p:nvSpPr>
          <p:cNvPr id="227" name="Google Shape;227;p4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8" name="Google Shape;228;p4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9" name="Google Shape;229;p48"/>
          <p:cNvSpPr txBox="1"/>
          <p:nvPr>
            <p:ph idx="12" type="sldNum"/>
          </p:nvPr>
        </p:nvSpPr>
        <p:spPr>
          <a:xfrm>
            <a:off x="8617527"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230" name="Google Shape;230;p48"/>
          <p:cNvSpPr txBox="1"/>
          <p:nvPr>
            <p:ph type="title"/>
          </p:nvPr>
        </p:nvSpPr>
        <p:spPr>
          <a:xfrm>
            <a:off x="845127" y="365760"/>
            <a:ext cx="10515600" cy="132556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231" name="Shape 231"/>
        <p:cNvGrpSpPr/>
        <p:nvPr/>
      </p:nvGrpSpPr>
      <p:grpSpPr>
        <a:xfrm>
          <a:off x="0" y="0"/>
          <a:ext cx="0" cy="0"/>
          <a:chOff x="0" y="0"/>
          <a:chExt cx="0" cy="0"/>
        </a:xfrm>
      </p:grpSpPr>
      <p:sp>
        <p:nvSpPr>
          <p:cNvPr id="232" name="Google Shape;232;p4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3" name="Google Shape;233;p4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4" name="Google Shape;234;p49"/>
          <p:cNvSpPr txBox="1"/>
          <p:nvPr>
            <p:ph idx="12" type="sldNum"/>
          </p:nvPr>
        </p:nvSpPr>
        <p:spPr>
          <a:xfrm>
            <a:off x="8617527"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235" name="Shape 235"/>
        <p:cNvGrpSpPr/>
        <p:nvPr/>
      </p:nvGrpSpPr>
      <p:grpSpPr>
        <a:xfrm>
          <a:off x="0" y="0"/>
          <a:ext cx="0" cy="0"/>
          <a:chOff x="0" y="0"/>
          <a:chExt cx="0" cy="0"/>
        </a:xfrm>
      </p:grpSpPr>
      <p:sp>
        <p:nvSpPr>
          <p:cNvPr id="236" name="Google Shape;236;p50"/>
          <p:cNvSpPr txBox="1"/>
          <p:nvPr>
            <p:ph type="title"/>
          </p:nvPr>
        </p:nvSpPr>
        <p:spPr>
          <a:xfrm>
            <a:off x="841248" y="457200"/>
            <a:ext cx="3931920" cy="160019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b="0"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7" name="Google Shape;237;p50"/>
          <p:cNvSpPr txBox="1"/>
          <p:nvPr>
            <p:ph idx="1" type="body"/>
          </p:nvPr>
        </p:nvSpPr>
        <p:spPr>
          <a:xfrm>
            <a:off x="5181600" y="990600"/>
            <a:ext cx="6172200" cy="4876800"/>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238" name="Google Shape;238;p50"/>
          <p:cNvSpPr txBox="1"/>
          <p:nvPr>
            <p:ph idx="2" type="body"/>
          </p:nvPr>
        </p:nvSpPr>
        <p:spPr>
          <a:xfrm>
            <a:off x="841248" y="2057399"/>
            <a:ext cx="3931920" cy="381000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200"/>
              <a:buNone/>
              <a:defRPr sz="1200"/>
            </a:lvl2pPr>
            <a:lvl3pPr indent="-228600" lvl="2" marL="1371600" algn="l">
              <a:lnSpc>
                <a:spcPct val="90000"/>
              </a:lnSpc>
              <a:spcBef>
                <a:spcPts val="500"/>
              </a:spcBef>
              <a:spcAft>
                <a:spcPts val="0"/>
              </a:spcAft>
              <a:buClr>
                <a:schemeClr val="dk1"/>
              </a:buClr>
              <a:buSzPts val="1000"/>
              <a:buNone/>
              <a:defRPr sz="1000"/>
            </a:lvl3pPr>
            <a:lvl4pPr indent="-228600" lvl="3" marL="1828800" algn="l">
              <a:lnSpc>
                <a:spcPct val="90000"/>
              </a:lnSpc>
              <a:spcBef>
                <a:spcPts val="500"/>
              </a:spcBef>
              <a:spcAft>
                <a:spcPts val="0"/>
              </a:spcAft>
              <a:buClr>
                <a:schemeClr val="dk1"/>
              </a:buClr>
              <a:buSzPts val="900"/>
              <a:buNone/>
              <a:defRPr sz="900"/>
            </a:lvl4pPr>
            <a:lvl5pPr indent="-228600" lvl="4" marL="2286000" algn="l">
              <a:lnSpc>
                <a:spcPct val="90000"/>
              </a:lnSpc>
              <a:spcBef>
                <a:spcPts val="50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239" name="Google Shape;239;p5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0" name="Google Shape;240;p5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1" name="Google Shape;241;p50"/>
          <p:cNvSpPr txBox="1"/>
          <p:nvPr>
            <p:ph idx="12" type="sldNum"/>
          </p:nvPr>
        </p:nvSpPr>
        <p:spPr>
          <a:xfrm>
            <a:off x="8617527"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242" name="Shape 242"/>
        <p:cNvGrpSpPr/>
        <p:nvPr/>
      </p:nvGrpSpPr>
      <p:grpSpPr>
        <a:xfrm>
          <a:off x="0" y="0"/>
          <a:ext cx="0" cy="0"/>
          <a:chOff x="0" y="0"/>
          <a:chExt cx="0" cy="0"/>
        </a:xfrm>
      </p:grpSpPr>
      <p:sp>
        <p:nvSpPr>
          <p:cNvPr id="243" name="Google Shape;243;p51"/>
          <p:cNvSpPr txBox="1"/>
          <p:nvPr>
            <p:ph type="title"/>
          </p:nvPr>
        </p:nvSpPr>
        <p:spPr>
          <a:xfrm>
            <a:off x="841248" y="457200"/>
            <a:ext cx="393192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b="0"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4" name="Google Shape;244;p51"/>
          <p:cNvSpPr/>
          <p:nvPr>
            <p:ph idx="2" type="pic"/>
          </p:nvPr>
        </p:nvSpPr>
        <p:spPr>
          <a:xfrm>
            <a:off x="5181600" y="990600"/>
            <a:ext cx="6172200" cy="4876800"/>
          </a:xfrm>
          <a:prstGeom prst="rect">
            <a:avLst/>
          </a:prstGeom>
          <a:noFill/>
          <a:ln>
            <a:noFill/>
          </a:ln>
        </p:spPr>
      </p:sp>
      <p:sp>
        <p:nvSpPr>
          <p:cNvPr id="245" name="Google Shape;245;p51"/>
          <p:cNvSpPr txBox="1"/>
          <p:nvPr>
            <p:ph idx="1" type="body"/>
          </p:nvPr>
        </p:nvSpPr>
        <p:spPr>
          <a:xfrm>
            <a:off x="841248" y="2057400"/>
            <a:ext cx="3931920" cy="38100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200"/>
              <a:buNone/>
              <a:defRPr sz="1200"/>
            </a:lvl2pPr>
            <a:lvl3pPr indent="-228600" lvl="2" marL="1371600" algn="l">
              <a:lnSpc>
                <a:spcPct val="90000"/>
              </a:lnSpc>
              <a:spcBef>
                <a:spcPts val="500"/>
              </a:spcBef>
              <a:spcAft>
                <a:spcPts val="0"/>
              </a:spcAft>
              <a:buClr>
                <a:schemeClr val="dk1"/>
              </a:buClr>
              <a:buSzPts val="1000"/>
              <a:buNone/>
              <a:defRPr sz="1000"/>
            </a:lvl3pPr>
            <a:lvl4pPr indent="-228600" lvl="3" marL="1828800" algn="l">
              <a:lnSpc>
                <a:spcPct val="90000"/>
              </a:lnSpc>
              <a:spcBef>
                <a:spcPts val="500"/>
              </a:spcBef>
              <a:spcAft>
                <a:spcPts val="0"/>
              </a:spcAft>
              <a:buClr>
                <a:schemeClr val="dk1"/>
              </a:buClr>
              <a:buSzPts val="900"/>
              <a:buNone/>
              <a:defRPr sz="900"/>
            </a:lvl4pPr>
            <a:lvl5pPr indent="-228600" lvl="4" marL="2286000" algn="l">
              <a:lnSpc>
                <a:spcPct val="90000"/>
              </a:lnSpc>
              <a:spcBef>
                <a:spcPts val="50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246" name="Google Shape;246;p5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7" name="Google Shape;247;p5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8" name="Google Shape;248;p51"/>
          <p:cNvSpPr txBox="1"/>
          <p:nvPr>
            <p:ph idx="12" type="sldNum"/>
          </p:nvPr>
        </p:nvSpPr>
        <p:spPr>
          <a:xfrm>
            <a:off x="8617527"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249" name="Shape 249"/>
        <p:cNvGrpSpPr/>
        <p:nvPr/>
      </p:nvGrpSpPr>
      <p:grpSpPr>
        <a:xfrm>
          <a:off x="0" y="0"/>
          <a:ext cx="0" cy="0"/>
          <a:chOff x="0" y="0"/>
          <a:chExt cx="0" cy="0"/>
        </a:xfrm>
      </p:grpSpPr>
      <p:sp>
        <p:nvSpPr>
          <p:cNvPr id="250" name="Google Shape;250;p52"/>
          <p:cNvSpPr txBox="1"/>
          <p:nvPr>
            <p:ph type="title"/>
          </p:nvPr>
        </p:nvSpPr>
        <p:spPr>
          <a:xfrm>
            <a:off x="845127" y="365760"/>
            <a:ext cx="10515600" cy="132556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1" name="Google Shape;251;p52"/>
          <p:cNvSpPr txBox="1"/>
          <p:nvPr>
            <p:ph idx="1" type="body"/>
          </p:nvPr>
        </p:nvSpPr>
        <p:spPr>
          <a:xfrm rot="5400000">
            <a:off x="3927259" y="-1253332"/>
            <a:ext cx="4351337"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52" name="Google Shape;252;p5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3" name="Google Shape;253;p5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4" name="Google Shape;254;p52"/>
          <p:cNvSpPr txBox="1"/>
          <p:nvPr>
            <p:ph idx="12" type="sldNum"/>
          </p:nvPr>
        </p:nvSpPr>
        <p:spPr>
          <a:xfrm>
            <a:off x="8617527"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255" name="Shape 255"/>
        <p:cNvGrpSpPr/>
        <p:nvPr/>
      </p:nvGrpSpPr>
      <p:grpSpPr>
        <a:xfrm>
          <a:off x="0" y="0"/>
          <a:ext cx="0" cy="0"/>
          <a:chOff x="0" y="0"/>
          <a:chExt cx="0" cy="0"/>
        </a:xfrm>
      </p:grpSpPr>
      <p:sp>
        <p:nvSpPr>
          <p:cNvPr id="256" name="Google Shape;256;p53"/>
          <p:cNvSpPr txBox="1"/>
          <p:nvPr>
            <p:ph type="title"/>
          </p:nvPr>
        </p:nvSpPr>
        <p:spPr>
          <a:xfrm rot="5400000">
            <a:off x="7133431" y="1951831"/>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7" name="Google Shape;257;p53"/>
          <p:cNvSpPr txBox="1"/>
          <p:nvPr>
            <p:ph idx="1" type="body"/>
          </p:nvPr>
        </p:nvSpPr>
        <p:spPr>
          <a:xfrm rot="5400000">
            <a:off x="1799431" y="-600869"/>
            <a:ext cx="5811837"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58" name="Google Shape;258;p5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9" name="Google Shape;259;p5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0" name="Google Shape;260;p53"/>
          <p:cNvSpPr txBox="1"/>
          <p:nvPr>
            <p:ph idx="12" type="sldNum"/>
          </p:nvPr>
        </p:nvSpPr>
        <p:spPr>
          <a:xfrm>
            <a:off x="8617527"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267" name="Shape 267"/>
        <p:cNvGrpSpPr/>
        <p:nvPr/>
      </p:nvGrpSpPr>
      <p:grpSpPr>
        <a:xfrm>
          <a:off x="0" y="0"/>
          <a:ext cx="0" cy="0"/>
          <a:chOff x="0" y="0"/>
          <a:chExt cx="0" cy="0"/>
        </a:xfrm>
      </p:grpSpPr>
      <p:sp>
        <p:nvSpPr>
          <p:cNvPr id="268" name="Google Shape;268;p55"/>
          <p:cNvSpPr txBox="1"/>
          <p:nvPr>
            <p:ph type="ctrTitle"/>
          </p:nvPr>
        </p:nvSpPr>
        <p:spPr>
          <a:xfrm>
            <a:off x="1524000" y="1124530"/>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9" name="Google Shape;269;p55"/>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rgbClr val="3F3F3F"/>
              </a:buClr>
              <a:buSzPts val="2400"/>
              <a:buNone/>
              <a:defRPr sz="2400">
                <a:solidFill>
                  <a:srgbClr val="3F3F3F"/>
                </a:solidFill>
              </a:defRPr>
            </a:lvl1pPr>
            <a:lvl2pPr lvl="1" algn="ctr">
              <a:lnSpc>
                <a:spcPct val="90000"/>
              </a:lnSpc>
              <a:spcBef>
                <a:spcPts val="500"/>
              </a:spcBef>
              <a:spcAft>
                <a:spcPts val="0"/>
              </a:spcAft>
              <a:buClr>
                <a:schemeClr val="dk1"/>
              </a:buClr>
              <a:buSzPts val="2800"/>
              <a:buNone/>
              <a:defRPr sz="2800"/>
            </a:lvl2pPr>
            <a:lvl3pPr lvl="2" algn="ctr">
              <a:lnSpc>
                <a:spcPct val="90000"/>
              </a:lnSpc>
              <a:spcBef>
                <a:spcPts val="500"/>
              </a:spcBef>
              <a:spcAft>
                <a:spcPts val="0"/>
              </a:spcAft>
              <a:buClr>
                <a:schemeClr val="dk1"/>
              </a:buClr>
              <a:buSzPts val="2400"/>
              <a:buNone/>
              <a:defRPr sz="2400"/>
            </a:lvl3pPr>
            <a:lvl4pPr lvl="3" algn="ctr">
              <a:lnSpc>
                <a:spcPct val="90000"/>
              </a:lnSpc>
              <a:spcBef>
                <a:spcPts val="500"/>
              </a:spcBef>
              <a:spcAft>
                <a:spcPts val="0"/>
              </a:spcAft>
              <a:buClr>
                <a:schemeClr val="dk1"/>
              </a:buClr>
              <a:buSzPts val="2000"/>
              <a:buNone/>
              <a:defRPr sz="2000"/>
            </a:lvl4pPr>
            <a:lvl5pPr lvl="4" algn="ctr">
              <a:lnSpc>
                <a:spcPct val="90000"/>
              </a:lnSpc>
              <a:spcBef>
                <a:spcPts val="500"/>
              </a:spcBef>
              <a:spcAft>
                <a:spcPts val="0"/>
              </a:spcAft>
              <a:buClr>
                <a:schemeClr val="dk1"/>
              </a:buClr>
              <a:buSzPts val="2000"/>
              <a:buNone/>
              <a:defRPr sz="2000"/>
            </a:lvl5pPr>
            <a:lvl6pPr lvl="5" algn="ctr">
              <a:lnSpc>
                <a:spcPct val="100000"/>
              </a:lnSpc>
              <a:spcBef>
                <a:spcPts val="400"/>
              </a:spcBef>
              <a:spcAft>
                <a:spcPts val="0"/>
              </a:spcAft>
              <a:buClr>
                <a:schemeClr val="dk1"/>
              </a:buClr>
              <a:buSzPts val="2000"/>
              <a:buNone/>
              <a:defRPr sz="2000"/>
            </a:lvl6pPr>
            <a:lvl7pPr lvl="6" algn="ctr">
              <a:lnSpc>
                <a:spcPct val="100000"/>
              </a:lnSpc>
              <a:spcBef>
                <a:spcPts val="400"/>
              </a:spcBef>
              <a:spcAft>
                <a:spcPts val="0"/>
              </a:spcAft>
              <a:buClr>
                <a:schemeClr val="dk1"/>
              </a:buClr>
              <a:buSzPts val="2000"/>
              <a:buNone/>
              <a:defRPr sz="2000"/>
            </a:lvl7pPr>
            <a:lvl8pPr lvl="7" algn="ctr">
              <a:lnSpc>
                <a:spcPct val="100000"/>
              </a:lnSpc>
              <a:spcBef>
                <a:spcPts val="400"/>
              </a:spcBef>
              <a:spcAft>
                <a:spcPts val="0"/>
              </a:spcAft>
              <a:buClr>
                <a:schemeClr val="dk1"/>
              </a:buClr>
              <a:buSzPts val="2000"/>
              <a:buNone/>
              <a:defRPr sz="2000"/>
            </a:lvl8pPr>
            <a:lvl9pPr lvl="8" algn="ctr">
              <a:lnSpc>
                <a:spcPct val="100000"/>
              </a:lnSpc>
              <a:spcBef>
                <a:spcPts val="400"/>
              </a:spcBef>
              <a:spcAft>
                <a:spcPts val="0"/>
              </a:spcAft>
              <a:buClr>
                <a:schemeClr val="dk1"/>
              </a:buClr>
              <a:buSzPts val="2000"/>
              <a:buNone/>
              <a:defRPr sz="2000"/>
            </a:lvl9pPr>
          </a:lstStyle>
          <a:p/>
        </p:txBody>
      </p:sp>
      <p:sp>
        <p:nvSpPr>
          <p:cNvPr id="270" name="Google Shape;270;p5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1" name="Google Shape;271;p5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2" name="Google Shape;272;p55"/>
          <p:cNvSpPr txBox="1"/>
          <p:nvPr>
            <p:ph idx="12" type="sldNum"/>
          </p:nvPr>
        </p:nvSpPr>
        <p:spPr>
          <a:xfrm>
            <a:off x="8617527"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273" name="Shape 273"/>
        <p:cNvGrpSpPr/>
        <p:nvPr/>
      </p:nvGrpSpPr>
      <p:grpSpPr>
        <a:xfrm>
          <a:off x="0" y="0"/>
          <a:ext cx="0" cy="0"/>
          <a:chOff x="0" y="0"/>
          <a:chExt cx="0" cy="0"/>
        </a:xfrm>
      </p:grpSpPr>
      <p:sp>
        <p:nvSpPr>
          <p:cNvPr id="274" name="Google Shape;274;p56"/>
          <p:cNvSpPr txBox="1"/>
          <p:nvPr>
            <p:ph type="title"/>
          </p:nvPr>
        </p:nvSpPr>
        <p:spPr>
          <a:xfrm>
            <a:off x="845127" y="365760"/>
            <a:ext cx="10515600" cy="132556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5" name="Google Shape;275;p56"/>
          <p:cNvSpPr txBox="1"/>
          <p:nvPr>
            <p:ph idx="1" type="body"/>
          </p:nvPr>
        </p:nvSpPr>
        <p:spPr>
          <a:xfrm>
            <a:off x="845127" y="1828800"/>
            <a:ext cx="10515600" cy="4351337"/>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76" name="Google Shape;276;p5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7" name="Google Shape;277;p5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8" name="Google Shape;278;p56"/>
          <p:cNvSpPr txBox="1"/>
          <p:nvPr>
            <p:ph idx="12" type="sldNum"/>
          </p:nvPr>
        </p:nvSpPr>
        <p:spPr>
          <a:xfrm>
            <a:off x="8617527"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279" name="Shape 279"/>
        <p:cNvGrpSpPr/>
        <p:nvPr/>
      </p:nvGrpSpPr>
      <p:grpSpPr>
        <a:xfrm>
          <a:off x="0" y="0"/>
          <a:ext cx="0" cy="0"/>
          <a:chOff x="0" y="0"/>
          <a:chExt cx="0" cy="0"/>
        </a:xfrm>
      </p:grpSpPr>
      <p:sp>
        <p:nvSpPr>
          <p:cNvPr id="280" name="Google Shape;280;p57"/>
          <p:cNvSpPr txBox="1"/>
          <p:nvPr>
            <p:ph type="title"/>
          </p:nvPr>
        </p:nvSpPr>
        <p:spPr>
          <a:xfrm>
            <a:off x="831850" y="1712423"/>
            <a:ext cx="10515600" cy="2851208"/>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b="0"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1" name="Google Shape;281;p57"/>
          <p:cNvSpPr txBox="1"/>
          <p:nvPr>
            <p:ph idx="1" type="body"/>
          </p:nvPr>
        </p:nvSpPr>
        <p:spPr>
          <a:xfrm>
            <a:off x="831850" y="455263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3F3F3F"/>
              </a:buClr>
              <a:buSzPts val="2400"/>
              <a:buNone/>
              <a:defRPr sz="2400">
                <a:solidFill>
                  <a:srgbClr val="3F3F3F"/>
                </a:solidFill>
              </a:defRPr>
            </a:lvl1pPr>
            <a:lvl2pPr indent="-228600" lvl="1" marL="914400" algn="l">
              <a:lnSpc>
                <a:spcPct val="90000"/>
              </a:lnSpc>
              <a:spcBef>
                <a:spcPts val="500"/>
              </a:spcBef>
              <a:spcAft>
                <a:spcPts val="0"/>
              </a:spcAft>
              <a:buClr>
                <a:srgbClr val="888888"/>
              </a:buClr>
              <a:buSzPts val="1800"/>
              <a:buNone/>
              <a:defRPr sz="1800">
                <a:solidFill>
                  <a:srgbClr val="888888"/>
                </a:solidFill>
              </a:defRPr>
            </a:lvl2pPr>
            <a:lvl3pPr indent="-228600" lvl="2" marL="1371600" algn="l">
              <a:lnSpc>
                <a:spcPct val="90000"/>
              </a:lnSpc>
              <a:spcBef>
                <a:spcPts val="500"/>
              </a:spcBef>
              <a:spcAft>
                <a:spcPts val="0"/>
              </a:spcAft>
              <a:buClr>
                <a:srgbClr val="888888"/>
              </a:buClr>
              <a:buSzPts val="1600"/>
              <a:buNone/>
              <a:defRPr sz="1600">
                <a:solidFill>
                  <a:srgbClr val="888888"/>
                </a:solidFill>
              </a:defRPr>
            </a:lvl3pPr>
            <a:lvl4pPr indent="-228600" lvl="3" marL="1828800" algn="l">
              <a:lnSpc>
                <a:spcPct val="90000"/>
              </a:lnSpc>
              <a:spcBef>
                <a:spcPts val="500"/>
              </a:spcBef>
              <a:spcAft>
                <a:spcPts val="0"/>
              </a:spcAft>
              <a:buClr>
                <a:srgbClr val="888888"/>
              </a:buClr>
              <a:buSzPts val="1400"/>
              <a:buNone/>
              <a:defRPr sz="1400">
                <a:solidFill>
                  <a:srgbClr val="888888"/>
                </a:solidFill>
              </a:defRPr>
            </a:lvl4pPr>
            <a:lvl5pPr indent="-228600" lvl="4" marL="2286000" algn="l">
              <a:lnSpc>
                <a:spcPct val="90000"/>
              </a:lnSpc>
              <a:spcBef>
                <a:spcPts val="50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282" name="Google Shape;282;p5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3" name="Google Shape;283;p5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4" name="Google Shape;284;p57"/>
          <p:cNvSpPr txBox="1"/>
          <p:nvPr>
            <p:ph idx="12" type="sldNum"/>
          </p:nvPr>
        </p:nvSpPr>
        <p:spPr>
          <a:xfrm>
            <a:off x="8617527"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285" name="Shape 285"/>
        <p:cNvGrpSpPr/>
        <p:nvPr/>
      </p:nvGrpSpPr>
      <p:grpSpPr>
        <a:xfrm>
          <a:off x="0" y="0"/>
          <a:ext cx="0" cy="0"/>
          <a:chOff x="0" y="0"/>
          <a:chExt cx="0" cy="0"/>
        </a:xfrm>
      </p:grpSpPr>
      <p:sp>
        <p:nvSpPr>
          <p:cNvPr id="286" name="Google Shape;286;p58"/>
          <p:cNvSpPr txBox="1"/>
          <p:nvPr>
            <p:ph type="title"/>
          </p:nvPr>
        </p:nvSpPr>
        <p:spPr>
          <a:xfrm>
            <a:off x="845127" y="365760"/>
            <a:ext cx="10515600" cy="132556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7" name="Google Shape;287;p58"/>
          <p:cNvSpPr txBox="1"/>
          <p:nvPr>
            <p:ph idx="1" type="body"/>
          </p:nvPr>
        </p:nvSpPr>
        <p:spPr>
          <a:xfrm>
            <a:off x="845127" y="1828800"/>
            <a:ext cx="5181600" cy="4351337"/>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88" name="Google Shape;288;p58"/>
          <p:cNvSpPr txBox="1"/>
          <p:nvPr>
            <p:ph idx="2" type="body"/>
          </p:nvPr>
        </p:nvSpPr>
        <p:spPr>
          <a:xfrm>
            <a:off x="6172200" y="1828800"/>
            <a:ext cx="5181600" cy="4351337"/>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89" name="Google Shape;289;p5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0" name="Google Shape;290;p5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1" name="Google Shape;291;p58"/>
          <p:cNvSpPr txBox="1"/>
          <p:nvPr>
            <p:ph idx="12" type="sldNum"/>
          </p:nvPr>
        </p:nvSpPr>
        <p:spPr>
          <a:xfrm>
            <a:off x="8617527"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p:cSld name="Comparación">
    <p:spTree>
      <p:nvGrpSpPr>
        <p:cNvPr id="292" name="Shape 292"/>
        <p:cNvGrpSpPr/>
        <p:nvPr/>
      </p:nvGrpSpPr>
      <p:grpSpPr>
        <a:xfrm>
          <a:off x="0" y="0"/>
          <a:ext cx="0" cy="0"/>
          <a:chOff x="0" y="0"/>
          <a:chExt cx="0" cy="0"/>
        </a:xfrm>
      </p:grpSpPr>
      <p:sp>
        <p:nvSpPr>
          <p:cNvPr id="293" name="Google Shape;293;p59"/>
          <p:cNvSpPr txBox="1"/>
          <p:nvPr>
            <p:ph idx="1" type="body"/>
          </p:nvPr>
        </p:nvSpPr>
        <p:spPr>
          <a:xfrm>
            <a:off x="845127" y="1681850"/>
            <a:ext cx="5156200" cy="825699"/>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294" name="Google Shape;294;p59"/>
          <p:cNvSpPr txBox="1"/>
          <p:nvPr>
            <p:ph idx="2" type="body"/>
          </p:nvPr>
        </p:nvSpPr>
        <p:spPr>
          <a:xfrm>
            <a:off x="845127" y="2507550"/>
            <a:ext cx="5156200" cy="36805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95" name="Google Shape;295;p59"/>
          <p:cNvSpPr txBox="1"/>
          <p:nvPr>
            <p:ph idx="3" type="body"/>
          </p:nvPr>
        </p:nvSpPr>
        <p:spPr>
          <a:xfrm>
            <a:off x="6172200" y="1681851"/>
            <a:ext cx="5181601" cy="825698"/>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296" name="Google Shape;296;p59"/>
          <p:cNvSpPr txBox="1"/>
          <p:nvPr>
            <p:ph idx="4" type="body"/>
          </p:nvPr>
        </p:nvSpPr>
        <p:spPr>
          <a:xfrm>
            <a:off x="6172200" y="2507550"/>
            <a:ext cx="5181601" cy="36805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97" name="Google Shape;297;p5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8" name="Google Shape;298;p5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9" name="Google Shape;299;p59"/>
          <p:cNvSpPr txBox="1"/>
          <p:nvPr>
            <p:ph idx="12" type="sldNum"/>
          </p:nvPr>
        </p:nvSpPr>
        <p:spPr>
          <a:xfrm>
            <a:off x="8617527"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300" name="Google Shape;300;p59"/>
          <p:cNvSpPr txBox="1"/>
          <p:nvPr>
            <p:ph type="title"/>
          </p:nvPr>
        </p:nvSpPr>
        <p:spPr>
          <a:xfrm>
            <a:off x="845127" y="365760"/>
            <a:ext cx="10515600" cy="132556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p:cSld name="Solo el título">
    <p:spTree>
      <p:nvGrpSpPr>
        <p:cNvPr id="301" name="Shape 301"/>
        <p:cNvGrpSpPr/>
        <p:nvPr/>
      </p:nvGrpSpPr>
      <p:grpSpPr>
        <a:xfrm>
          <a:off x="0" y="0"/>
          <a:ext cx="0" cy="0"/>
          <a:chOff x="0" y="0"/>
          <a:chExt cx="0" cy="0"/>
        </a:xfrm>
      </p:grpSpPr>
      <p:sp>
        <p:nvSpPr>
          <p:cNvPr id="302" name="Google Shape;302;p6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3" name="Google Shape;303;p6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4" name="Google Shape;304;p60"/>
          <p:cNvSpPr txBox="1"/>
          <p:nvPr>
            <p:ph idx="12" type="sldNum"/>
          </p:nvPr>
        </p:nvSpPr>
        <p:spPr>
          <a:xfrm>
            <a:off x="8617527"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305" name="Google Shape;305;p60"/>
          <p:cNvSpPr txBox="1"/>
          <p:nvPr>
            <p:ph type="title"/>
          </p:nvPr>
        </p:nvSpPr>
        <p:spPr>
          <a:xfrm>
            <a:off x="845127" y="365760"/>
            <a:ext cx="10515600" cy="132556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306" name="Shape 306"/>
        <p:cNvGrpSpPr/>
        <p:nvPr/>
      </p:nvGrpSpPr>
      <p:grpSpPr>
        <a:xfrm>
          <a:off x="0" y="0"/>
          <a:ext cx="0" cy="0"/>
          <a:chOff x="0" y="0"/>
          <a:chExt cx="0" cy="0"/>
        </a:xfrm>
      </p:grpSpPr>
      <p:sp>
        <p:nvSpPr>
          <p:cNvPr id="307" name="Google Shape;307;p6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8" name="Google Shape;308;p6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9" name="Google Shape;309;p61"/>
          <p:cNvSpPr txBox="1"/>
          <p:nvPr>
            <p:ph idx="12" type="sldNum"/>
          </p:nvPr>
        </p:nvSpPr>
        <p:spPr>
          <a:xfrm>
            <a:off x="8617527"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310" name="Shape 310"/>
        <p:cNvGrpSpPr/>
        <p:nvPr/>
      </p:nvGrpSpPr>
      <p:grpSpPr>
        <a:xfrm>
          <a:off x="0" y="0"/>
          <a:ext cx="0" cy="0"/>
          <a:chOff x="0" y="0"/>
          <a:chExt cx="0" cy="0"/>
        </a:xfrm>
      </p:grpSpPr>
      <p:sp>
        <p:nvSpPr>
          <p:cNvPr id="311" name="Google Shape;311;p62"/>
          <p:cNvSpPr txBox="1"/>
          <p:nvPr>
            <p:ph type="title"/>
          </p:nvPr>
        </p:nvSpPr>
        <p:spPr>
          <a:xfrm>
            <a:off x="841248" y="457200"/>
            <a:ext cx="3931920" cy="160019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b="0"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2" name="Google Shape;312;p62"/>
          <p:cNvSpPr txBox="1"/>
          <p:nvPr>
            <p:ph idx="1" type="body"/>
          </p:nvPr>
        </p:nvSpPr>
        <p:spPr>
          <a:xfrm>
            <a:off x="5181600" y="990600"/>
            <a:ext cx="6172200" cy="4876800"/>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313" name="Google Shape;313;p62"/>
          <p:cNvSpPr txBox="1"/>
          <p:nvPr>
            <p:ph idx="2" type="body"/>
          </p:nvPr>
        </p:nvSpPr>
        <p:spPr>
          <a:xfrm>
            <a:off x="841248" y="2057399"/>
            <a:ext cx="3931920" cy="381000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200"/>
              <a:buNone/>
              <a:defRPr sz="1200"/>
            </a:lvl2pPr>
            <a:lvl3pPr indent="-228600" lvl="2" marL="1371600" algn="l">
              <a:lnSpc>
                <a:spcPct val="90000"/>
              </a:lnSpc>
              <a:spcBef>
                <a:spcPts val="500"/>
              </a:spcBef>
              <a:spcAft>
                <a:spcPts val="0"/>
              </a:spcAft>
              <a:buClr>
                <a:schemeClr val="dk1"/>
              </a:buClr>
              <a:buSzPts val="1000"/>
              <a:buNone/>
              <a:defRPr sz="1000"/>
            </a:lvl3pPr>
            <a:lvl4pPr indent="-228600" lvl="3" marL="1828800" algn="l">
              <a:lnSpc>
                <a:spcPct val="90000"/>
              </a:lnSpc>
              <a:spcBef>
                <a:spcPts val="500"/>
              </a:spcBef>
              <a:spcAft>
                <a:spcPts val="0"/>
              </a:spcAft>
              <a:buClr>
                <a:schemeClr val="dk1"/>
              </a:buClr>
              <a:buSzPts val="900"/>
              <a:buNone/>
              <a:defRPr sz="900"/>
            </a:lvl4pPr>
            <a:lvl5pPr indent="-228600" lvl="4" marL="2286000" algn="l">
              <a:lnSpc>
                <a:spcPct val="90000"/>
              </a:lnSpc>
              <a:spcBef>
                <a:spcPts val="50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314" name="Google Shape;314;p6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5" name="Google Shape;315;p6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6" name="Google Shape;316;p62"/>
          <p:cNvSpPr txBox="1"/>
          <p:nvPr>
            <p:ph idx="12" type="sldNum"/>
          </p:nvPr>
        </p:nvSpPr>
        <p:spPr>
          <a:xfrm>
            <a:off x="8617527"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317" name="Shape 317"/>
        <p:cNvGrpSpPr/>
        <p:nvPr/>
      </p:nvGrpSpPr>
      <p:grpSpPr>
        <a:xfrm>
          <a:off x="0" y="0"/>
          <a:ext cx="0" cy="0"/>
          <a:chOff x="0" y="0"/>
          <a:chExt cx="0" cy="0"/>
        </a:xfrm>
      </p:grpSpPr>
      <p:sp>
        <p:nvSpPr>
          <p:cNvPr id="318" name="Google Shape;318;p63"/>
          <p:cNvSpPr txBox="1"/>
          <p:nvPr>
            <p:ph type="title"/>
          </p:nvPr>
        </p:nvSpPr>
        <p:spPr>
          <a:xfrm>
            <a:off x="841248" y="457200"/>
            <a:ext cx="393192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b="0"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9" name="Google Shape;319;p63"/>
          <p:cNvSpPr/>
          <p:nvPr>
            <p:ph idx="2" type="pic"/>
          </p:nvPr>
        </p:nvSpPr>
        <p:spPr>
          <a:xfrm>
            <a:off x="5181600" y="990600"/>
            <a:ext cx="6172200" cy="4876800"/>
          </a:xfrm>
          <a:prstGeom prst="rect">
            <a:avLst/>
          </a:prstGeom>
          <a:noFill/>
          <a:ln>
            <a:noFill/>
          </a:ln>
        </p:spPr>
      </p:sp>
      <p:sp>
        <p:nvSpPr>
          <p:cNvPr id="320" name="Google Shape;320;p63"/>
          <p:cNvSpPr txBox="1"/>
          <p:nvPr>
            <p:ph idx="1" type="body"/>
          </p:nvPr>
        </p:nvSpPr>
        <p:spPr>
          <a:xfrm>
            <a:off x="841248" y="2057400"/>
            <a:ext cx="3931920" cy="38100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200"/>
              <a:buNone/>
              <a:defRPr sz="1200"/>
            </a:lvl2pPr>
            <a:lvl3pPr indent="-228600" lvl="2" marL="1371600" algn="l">
              <a:lnSpc>
                <a:spcPct val="90000"/>
              </a:lnSpc>
              <a:spcBef>
                <a:spcPts val="500"/>
              </a:spcBef>
              <a:spcAft>
                <a:spcPts val="0"/>
              </a:spcAft>
              <a:buClr>
                <a:schemeClr val="dk1"/>
              </a:buClr>
              <a:buSzPts val="1000"/>
              <a:buNone/>
              <a:defRPr sz="1000"/>
            </a:lvl3pPr>
            <a:lvl4pPr indent="-228600" lvl="3" marL="1828800" algn="l">
              <a:lnSpc>
                <a:spcPct val="90000"/>
              </a:lnSpc>
              <a:spcBef>
                <a:spcPts val="500"/>
              </a:spcBef>
              <a:spcAft>
                <a:spcPts val="0"/>
              </a:spcAft>
              <a:buClr>
                <a:schemeClr val="dk1"/>
              </a:buClr>
              <a:buSzPts val="900"/>
              <a:buNone/>
              <a:defRPr sz="900"/>
            </a:lvl4pPr>
            <a:lvl5pPr indent="-228600" lvl="4" marL="2286000" algn="l">
              <a:lnSpc>
                <a:spcPct val="90000"/>
              </a:lnSpc>
              <a:spcBef>
                <a:spcPts val="50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321" name="Google Shape;321;p6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2" name="Google Shape;322;p6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3" name="Google Shape;323;p63"/>
          <p:cNvSpPr txBox="1"/>
          <p:nvPr>
            <p:ph idx="12" type="sldNum"/>
          </p:nvPr>
        </p:nvSpPr>
        <p:spPr>
          <a:xfrm>
            <a:off x="8617527"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324" name="Shape 324"/>
        <p:cNvGrpSpPr/>
        <p:nvPr/>
      </p:nvGrpSpPr>
      <p:grpSpPr>
        <a:xfrm>
          <a:off x="0" y="0"/>
          <a:ext cx="0" cy="0"/>
          <a:chOff x="0" y="0"/>
          <a:chExt cx="0" cy="0"/>
        </a:xfrm>
      </p:grpSpPr>
      <p:sp>
        <p:nvSpPr>
          <p:cNvPr id="325" name="Google Shape;325;p64"/>
          <p:cNvSpPr txBox="1"/>
          <p:nvPr>
            <p:ph type="title"/>
          </p:nvPr>
        </p:nvSpPr>
        <p:spPr>
          <a:xfrm>
            <a:off x="845127" y="365760"/>
            <a:ext cx="10515600" cy="132556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6" name="Google Shape;326;p64"/>
          <p:cNvSpPr txBox="1"/>
          <p:nvPr>
            <p:ph idx="1" type="body"/>
          </p:nvPr>
        </p:nvSpPr>
        <p:spPr>
          <a:xfrm rot="5400000">
            <a:off x="3927259" y="-1253332"/>
            <a:ext cx="4351337"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27" name="Google Shape;327;p6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8" name="Google Shape;328;p6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9" name="Google Shape;329;p64"/>
          <p:cNvSpPr txBox="1"/>
          <p:nvPr>
            <p:ph idx="12" type="sldNum"/>
          </p:nvPr>
        </p:nvSpPr>
        <p:spPr>
          <a:xfrm>
            <a:off x="8617527"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330" name="Shape 330"/>
        <p:cNvGrpSpPr/>
        <p:nvPr/>
      </p:nvGrpSpPr>
      <p:grpSpPr>
        <a:xfrm>
          <a:off x="0" y="0"/>
          <a:ext cx="0" cy="0"/>
          <a:chOff x="0" y="0"/>
          <a:chExt cx="0" cy="0"/>
        </a:xfrm>
      </p:grpSpPr>
      <p:sp>
        <p:nvSpPr>
          <p:cNvPr id="331" name="Google Shape;331;p65"/>
          <p:cNvSpPr txBox="1"/>
          <p:nvPr>
            <p:ph type="title"/>
          </p:nvPr>
        </p:nvSpPr>
        <p:spPr>
          <a:xfrm rot="5400000">
            <a:off x="7133431" y="1951831"/>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2" name="Google Shape;332;p65"/>
          <p:cNvSpPr txBox="1"/>
          <p:nvPr>
            <p:ph idx="1" type="body"/>
          </p:nvPr>
        </p:nvSpPr>
        <p:spPr>
          <a:xfrm rot="5400000">
            <a:off x="1799431" y="-600869"/>
            <a:ext cx="5811837"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33" name="Google Shape;333;p6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4" name="Google Shape;334;p6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5" name="Google Shape;335;p65"/>
          <p:cNvSpPr txBox="1"/>
          <p:nvPr>
            <p:ph idx="12" type="sldNum"/>
          </p:nvPr>
        </p:nvSpPr>
        <p:spPr>
          <a:xfrm>
            <a:off x="8617527"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342" name="Shape 342"/>
        <p:cNvGrpSpPr/>
        <p:nvPr/>
      </p:nvGrpSpPr>
      <p:grpSpPr>
        <a:xfrm>
          <a:off x="0" y="0"/>
          <a:ext cx="0" cy="0"/>
          <a:chOff x="0" y="0"/>
          <a:chExt cx="0" cy="0"/>
        </a:xfrm>
      </p:grpSpPr>
      <p:sp>
        <p:nvSpPr>
          <p:cNvPr id="343" name="Google Shape;343;p67"/>
          <p:cNvSpPr txBox="1"/>
          <p:nvPr>
            <p:ph type="ctrTitle"/>
          </p:nvPr>
        </p:nvSpPr>
        <p:spPr>
          <a:xfrm>
            <a:off x="1524000" y="1124530"/>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4" name="Google Shape;344;p67"/>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rgbClr val="3F3F3F"/>
              </a:buClr>
              <a:buSzPts val="2400"/>
              <a:buNone/>
              <a:defRPr sz="2400">
                <a:solidFill>
                  <a:srgbClr val="3F3F3F"/>
                </a:solidFill>
              </a:defRPr>
            </a:lvl1pPr>
            <a:lvl2pPr lvl="1" algn="ctr">
              <a:lnSpc>
                <a:spcPct val="90000"/>
              </a:lnSpc>
              <a:spcBef>
                <a:spcPts val="500"/>
              </a:spcBef>
              <a:spcAft>
                <a:spcPts val="0"/>
              </a:spcAft>
              <a:buClr>
                <a:schemeClr val="dk1"/>
              </a:buClr>
              <a:buSzPts val="2800"/>
              <a:buNone/>
              <a:defRPr sz="2800"/>
            </a:lvl2pPr>
            <a:lvl3pPr lvl="2" algn="ctr">
              <a:lnSpc>
                <a:spcPct val="90000"/>
              </a:lnSpc>
              <a:spcBef>
                <a:spcPts val="500"/>
              </a:spcBef>
              <a:spcAft>
                <a:spcPts val="0"/>
              </a:spcAft>
              <a:buClr>
                <a:schemeClr val="dk1"/>
              </a:buClr>
              <a:buSzPts val="2400"/>
              <a:buNone/>
              <a:defRPr sz="2400"/>
            </a:lvl3pPr>
            <a:lvl4pPr lvl="3" algn="ctr">
              <a:lnSpc>
                <a:spcPct val="90000"/>
              </a:lnSpc>
              <a:spcBef>
                <a:spcPts val="500"/>
              </a:spcBef>
              <a:spcAft>
                <a:spcPts val="0"/>
              </a:spcAft>
              <a:buClr>
                <a:schemeClr val="dk1"/>
              </a:buClr>
              <a:buSzPts val="2000"/>
              <a:buNone/>
              <a:defRPr sz="2000"/>
            </a:lvl4pPr>
            <a:lvl5pPr lvl="4" algn="ctr">
              <a:lnSpc>
                <a:spcPct val="90000"/>
              </a:lnSpc>
              <a:spcBef>
                <a:spcPts val="500"/>
              </a:spcBef>
              <a:spcAft>
                <a:spcPts val="0"/>
              </a:spcAft>
              <a:buClr>
                <a:schemeClr val="dk1"/>
              </a:buClr>
              <a:buSzPts val="2000"/>
              <a:buNone/>
              <a:defRPr sz="2000"/>
            </a:lvl5pPr>
            <a:lvl6pPr lvl="5" algn="ctr">
              <a:lnSpc>
                <a:spcPct val="100000"/>
              </a:lnSpc>
              <a:spcBef>
                <a:spcPts val="400"/>
              </a:spcBef>
              <a:spcAft>
                <a:spcPts val="0"/>
              </a:spcAft>
              <a:buClr>
                <a:schemeClr val="dk1"/>
              </a:buClr>
              <a:buSzPts val="2000"/>
              <a:buNone/>
              <a:defRPr sz="2000"/>
            </a:lvl6pPr>
            <a:lvl7pPr lvl="6" algn="ctr">
              <a:lnSpc>
                <a:spcPct val="100000"/>
              </a:lnSpc>
              <a:spcBef>
                <a:spcPts val="400"/>
              </a:spcBef>
              <a:spcAft>
                <a:spcPts val="0"/>
              </a:spcAft>
              <a:buClr>
                <a:schemeClr val="dk1"/>
              </a:buClr>
              <a:buSzPts val="2000"/>
              <a:buNone/>
              <a:defRPr sz="2000"/>
            </a:lvl7pPr>
            <a:lvl8pPr lvl="7" algn="ctr">
              <a:lnSpc>
                <a:spcPct val="100000"/>
              </a:lnSpc>
              <a:spcBef>
                <a:spcPts val="400"/>
              </a:spcBef>
              <a:spcAft>
                <a:spcPts val="0"/>
              </a:spcAft>
              <a:buClr>
                <a:schemeClr val="dk1"/>
              </a:buClr>
              <a:buSzPts val="2000"/>
              <a:buNone/>
              <a:defRPr sz="2000"/>
            </a:lvl8pPr>
            <a:lvl9pPr lvl="8" algn="ctr">
              <a:lnSpc>
                <a:spcPct val="100000"/>
              </a:lnSpc>
              <a:spcBef>
                <a:spcPts val="400"/>
              </a:spcBef>
              <a:spcAft>
                <a:spcPts val="0"/>
              </a:spcAft>
              <a:buClr>
                <a:schemeClr val="dk1"/>
              </a:buClr>
              <a:buSzPts val="2000"/>
              <a:buNone/>
              <a:defRPr sz="2000"/>
            </a:lvl9pPr>
          </a:lstStyle>
          <a:p/>
        </p:txBody>
      </p:sp>
      <p:sp>
        <p:nvSpPr>
          <p:cNvPr id="345" name="Google Shape;345;p6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6" name="Google Shape;346;p6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7" name="Google Shape;347;p67"/>
          <p:cNvSpPr txBox="1"/>
          <p:nvPr>
            <p:ph idx="12" type="sldNum"/>
          </p:nvPr>
        </p:nvSpPr>
        <p:spPr>
          <a:xfrm>
            <a:off x="8617527"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348" name="Shape 348"/>
        <p:cNvGrpSpPr/>
        <p:nvPr/>
      </p:nvGrpSpPr>
      <p:grpSpPr>
        <a:xfrm>
          <a:off x="0" y="0"/>
          <a:ext cx="0" cy="0"/>
          <a:chOff x="0" y="0"/>
          <a:chExt cx="0" cy="0"/>
        </a:xfrm>
      </p:grpSpPr>
      <p:sp>
        <p:nvSpPr>
          <p:cNvPr id="349" name="Google Shape;349;p68"/>
          <p:cNvSpPr txBox="1"/>
          <p:nvPr>
            <p:ph type="title"/>
          </p:nvPr>
        </p:nvSpPr>
        <p:spPr>
          <a:xfrm>
            <a:off x="845127" y="365760"/>
            <a:ext cx="10515600" cy="132556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0" name="Google Shape;350;p68"/>
          <p:cNvSpPr txBox="1"/>
          <p:nvPr>
            <p:ph idx="1" type="body"/>
          </p:nvPr>
        </p:nvSpPr>
        <p:spPr>
          <a:xfrm>
            <a:off x="845127" y="1828800"/>
            <a:ext cx="10515600" cy="4351337"/>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51" name="Google Shape;351;p6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2" name="Google Shape;352;p6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3" name="Google Shape;353;p68"/>
          <p:cNvSpPr txBox="1"/>
          <p:nvPr>
            <p:ph idx="12" type="sldNum"/>
          </p:nvPr>
        </p:nvSpPr>
        <p:spPr>
          <a:xfrm>
            <a:off x="8617527"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354" name="Shape 354"/>
        <p:cNvGrpSpPr/>
        <p:nvPr/>
      </p:nvGrpSpPr>
      <p:grpSpPr>
        <a:xfrm>
          <a:off x="0" y="0"/>
          <a:ext cx="0" cy="0"/>
          <a:chOff x="0" y="0"/>
          <a:chExt cx="0" cy="0"/>
        </a:xfrm>
      </p:grpSpPr>
      <p:sp>
        <p:nvSpPr>
          <p:cNvPr id="355" name="Google Shape;355;p69"/>
          <p:cNvSpPr txBox="1"/>
          <p:nvPr>
            <p:ph type="title"/>
          </p:nvPr>
        </p:nvSpPr>
        <p:spPr>
          <a:xfrm>
            <a:off x="831850" y="1712423"/>
            <a:ext cx="10515600" cy="2851208"/>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b="0"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6" name="Google Shape;356;p69"/>
          <p:cNvSpPr txBox="1"/>
          <p:nvPr>
            <p:ph idx="1" type="body"/>
          </p:nvPr>
        </p:nvSpPr>
        <p:spPr>
          <a:xfrm>
            <a:off x="831850" y="455263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3F3F3F"/>
              </a:buClr>
              <a:buSzPts val="2400"/>
              <a:buNone/>
              <a:defRPr sz="2400">
                <a:solidFill>
                  <a:srgbClr val="3F3F3F"/>
                </a:solidFill>
              </a:defRPr>
            </a:lvl1pPr>
            <a:lvl2pPr indent="-228600" lvl="1" marL="914400" algn="l">
              <a:lnSpc>
                <a:spcPct val="90000"/>
              </a:lnSpc>
              <a:spcBef>
                <a:spcPts val="500"/>
              </a:spcBef>
              <a:spcAft>
                <a:spcPts val="0"/>
              </a:spcAft>
              <a:buClr>
                <a:srgbClr val="888888"/>
              </a:buClr>
              <a:buSzPts val="1800"/>
              <a:buNone/>
              <a:defRPr sz="1800">
                <a:solidFill>
                  <a:srgbClr val="888888"/>
                </a:solidFill>
              </a:defRPr>
            </a:lvl2pPr>
            <a:lvl3pPr indent="-228600" lvl="2" marL="1371600" algn="l">
              <a:lnSpc>
                <a:spcPct val="90000"/>
              </a:lnSpc>
              <a:spcBef>
                <a:spcPts val="500"/>
              </a:spcBef>
              <a:spcAft>
                <a:spcPts val="0"/>
              </a:spcAft>
              <a:buClr>
                <a:srgbClr val="888888"/>
              </a:buClr>
              <a:buSzPts val="1600"/>
              <a:buNone/>
              <a:defRPr sz="1600">
                <a:solidFill>
                  <a:srgbClr val="888888"/>
                </a:solidFill>
              </a:defRPr>
            </a:lvl3pPr>
            <a:lvl4pPr indent="-228600" lvl="3" marL="1828800" algn="l">
              <a:lnSpc>
                <a:spcPct val="90000"/>
              </a:lnSpc>
              <a:spcBef>
                <a:spcPts val="500"/>
              </a:spcBef>
              <a:spcAft>
                <a:spcPts val="0"/>
              </a:spcAft>
              <a:buClr>
                <a:srgbClr val="888888"/>
              </a:buClr>
              <a:buSzPts val="1400"/>
              <a:buNone/>
              <a:defRPr sz="1400">
                <a:solidFill>
                  <a:srgbClr val="888888"/>
                </a:solidFill>
              </a:defRPr>
            </a:lvl4pPr>
            <a:lvl5pPr indent="-228600" lvl="4" marL="2286000" algn="l">
              <a:lnSpc>
                <a:spcPct val="90000"/>
              </a:lnSpc>
              <a:spcBef>
                <a:spcPts val="50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57" name="Google Shape;357;p6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8" name="Google Shape;358;p6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9" name="Google Shape;359;p69"/>
          <p:cNvSpPr txBox="1"/>
          <p:nvPr>
            <p:ph idx="12" type="sldNum"/>
          </p:nvPr>
        </p:nvSpPr>
        <p:spPr>
          <a:xfrm>
            <a:off x="8617527"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360" name="Shape 360"/>
        <p:cNvGrpSpPr/>
        <p:nvPr/>
      </p:nvGrpSpPr>
      <p:grpSpPr>
        <a:xfrm>
          <a:off x="0" y="0"/>
          <a:ext cx="0" cy="0"/>
          <a:chOff x="0" y="0"/>
          <a:chExt cx="0" cy="0"/>
        </a:xfrm>
      </p:grpSpPr>
      <p:sp>
        <p:nvSpPr>
          <p:cNvPr id="361" name="Google Shape;361;p70"/>
          <p:cNvSpPr txBox="1"/>
          <p:nvPr>
            <p:ph type="title"/>
          </p:nvPr>
        </p:nvSpPr>
        <p:spPr>
          <a:xfrm>
            <a:off x="845127" y="365760"/>
            <a:ext cx="10515600" cy="132556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2" name="Google Shape;362;p70"/>
          <p:cNvSpPr txBox="1"/>
          <p:nvPr>
            <p:ph idx="1" type="body"/>
          </p:nvPr>
        </p:nvSpPr>
        <p:spPr>
          <a:xfrm>
            <a:off x="845127" y="1828800"/>
            <a:ext cx="5181600" cy="4351337"/>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63" name="Google Shape;363;p70"/>
          <p:cNvSpPr txBox="1"/>
          <p:nvPr>
            <p:ph idx="2" type="body"/>
          </p:nvPr>
        </p:nvSpPr>
        <p:spPr>
          <a:xfrm>
            <a:off x="6172200" y="1828800"/>
            <a:ext cx="5181600" cy="4351337"/>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64" name="Google Shape;364;p7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5" name="Google Shape;365;p7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6" name="Google Shape;366;p70"/>
          <p:cNvSpPr txBox="1"/>
          <p:nvPr>
            <p:ph idx="12" type="sldNum"/>
          </p:nvPr>
        </p:nvSpPr>
        <p:spPr>
          <a:xfrm>
            <a:off x="8617527"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p:cSld name="Comparación">
    <p:spTree>
      <p:nvGrpSpPr>
        <p:cNvPr id="367" name="Shape 367"/>
        <p:cNvGrpSpPr/>
        <p:nvPr/>
      </p:nvGrpSpPr>
      <p:grpSpPr>
        <a:xfrm>
          <a:off x="0" y="0"/>
          <a:ext cx="0" cy="0"/>
          <a:chOff x="0" y="0"/>
          <a:chExt cx="0" cy="0"/>
        </a:xfrm>
      </p:grpSpPr>
      <p:sp>
        <p:nvSpPr>
          <p:cNvPr id="368" name="Google Shape;368;p71"/>
          <p:cNvSpPr txBox="1"/>
          <p:nvPr>
            <p:ph idx="1" type="body"/>
          </p:nvPr>
        </p:nvSpPr>
        <p:spPr>
          <a:xfrm>
            <a:off x="845127" y="1681850"/>
            <a:ext cx="5156200" cy="825699"/>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369" name="Google Shape;369;p71"/>
          <p:cNvSpPr txBox="1"/>
          <p:nvPr>
            <p:ph idx="2" type="body"/>
          </p:nvPr>
        </p:nvSpPr>
        <p:spPr>
          <a:xfrm>
            <a:off x="845127" y="2507550"/>
            <a:ext cx="5156200" cy="36805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70" name="Google Shape;370;p71"/>
          <p:cNvSpPr txBox="1"/>
          <p:nvPr>
            <p:ph idx="3" type="body"/>
          </p:nvPr>
        </p:nvSpPr>
        <p:spPr>
          <a:xfrm>
            <a:off x="6172200" y="1681851"/>
            <a:ext cx="5181601" cy="825698"/>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371" name="Google Shape;371;p71"/>
          <p:cNvSpPr txBox="1"/>
          <p:nvPr>
            <p:ph idx="4" type="body"/>
          </p:nvPr>
        </p:nvSpPr>
        <p:spPr>
          <a:xfrm>
            <a:off x="6172200" y="2507550"/>
            <a:ext cx="5181601" cy="36805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72" name="Google Shape;372;p7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3" name="Google Shape;373;p7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4" name="Google Shape;374;p71"/>
          <p:cNvSpPr txBox="1"/>
          <p:nvPr>
            <p:ph idx="12" type="sldNum"/>
          </p:nvPr>
        </p:nvSpPr>
        <p:spPr>
          <a:xfrm>
            <a:off x="8617527"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375" name="Google Shape;375;p71"/>
          <p:cNvSpPr txBox="1"/>
          <p:nvPr>
            <p:ph type="title"/>
          </p:nvPr>
        </p:nvSpPr>
        <p:spPr>
          <a:xfrm>
            <a:off x="845127" y="365760"/>
            <a:ext cx="10515600" cy="132556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p:cSld name="Solo el título">
    <p:spTree>
      <p:nvGrpSpPr>
        <p:cNvPr id="376" name="Shape 376"/>
        <p:cNvGrpSpPr/>
        <p:nvPr/>
      </p:nvGrpSpPr>
      <p:grpSpPr>
        <a:xfrm>
          <a:off x="0" y="0"/>
          <a:ext cx="0" cy="0"/>
          <a:chOff x="0" y="0"/>
          <a:chExt cx="0" cy="0"/>
        </a:xfrm>
      </p:grpSpPr>
      <p:sp>
        <p:nvSpPr>
          <p:cNvPr id="377" name="Google Shape;377;p7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8" name="Google Shape;378;p7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9" name="Google Shape;379;p72"/>
          <p:cNvSpPr txBox="1"/>
          <p:nvPr>
            <p:ph idx="12" type="sldNum"/>
          </p:nvPr>
        </p:nvSpPr>
        <p:spPr>
          <a:xfrm>
            <a:off x="8617527"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380" name="Google Shape;380;p72"/>
          <p:cNvSpPr txBox="1"/>
          <p:nvPr>
            <p:ph type="title"/>
          </p:nvPr>
        </p:nvSpPr>
        <p:spPr>
          <a:xfrm>
            <a:off x="845127" y="365760"/>
            <a:ext cx="10515600" cy="132556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381" name="Shape 381"/>
        <p:cNvGrpSpPr/>
        <p:nvPr/>
      </p:nvGrpSpPr>
      <p:grpSpPr>
        <a:xfrm>
          <a:off x="0" y="0"/>
          <a:ext cx="0" cy="0"/>
          <a:chOff x="0" y="0"/>
          <a:chExt cx="0" cy="0"/>
        </a:xfrm>
      </p:grpSpPr>
      <p:sp>
        <p:nvSpPr>
          <p:cNvPr id="382" name="Google Shape;382;p7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3" name="Google Shape;383;p7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4" name="Google Shape;384;p73"/>
          <p:cNvSpPr txBox="1"/>
          <p:nvPr>
            <p:ph idx="12" type="sldNum"/>
          </p:nvPr>
        </p:nvSpPr>
        <p:spPr>
          <a:xfrm>
            <a:off x="8617527"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385" name="Shape 385"/>
        <p:cNvGrpSpPr/>
        <p:nvPr/>
      </p:nvGrpSpPr>
      <p:grpSpPr>
        <a:xfrm>
          <a:off x="0" y="0"/>
          <a:ext cx="0" cy="0"/>
          <a:chOff x="0" y="0"/>
          <a:chExt cx="0" cy="0"/>
        </a:xfrm>
      </p:grpSpPr>
      <p:sp>
        <p:nvSpPr>
          <p:cNvPr id="386" name="Google Shape;386;p74"/>
          <p:cNvSpPr txBox="1"/>
          <p:nvPr>
            <p:ph type="title"/>
          </p:nvPr>
        </p:nvSpPr>
        <p:spPr>
          <a:xfrm>
            <a:off x="841248" y="457200"/>
            <a:ext cx="3931920" cy="160019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b="0"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7" name="Google Shape;387;p74"/>
          <p:cNvSpPr txBox="1"/>
          <p:nvPr>
            <p:ph idx="1" type="body"/>
          </p:nvPr>
        </p:nvSpPr>
        <p:spPr>
          <a:xfrm>
            <a:off x="5181600" y="990600"/>
            <a:ext cx="6172200" cy="4876800"/>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388" name="Google Shape;388;p74"/>
          <p:cNvSpPr txBox="1"/>
          <p:nvPr>
            <p:ph idx="2" type="body"/>
          </p:nvPr>
        </p:nvSpPr>
        <p:spPr>
          <a:xfrm>
            <a:off x="841248" y="2057399"/>
            <a:ext cx="3931920" cy="381000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200"/>
              <a:buNone/>
              <a:defRPr sz="1200"/>
            </a:lvl2pPr>
            <a:lvl3pPr indent="-228600" lvl="2" marL="1371600" algn="l">
              <a:lnSpc>
                <a:spcPct val="90000"/>
              </a:lnSpc>
              <a:spcBef>
                <a:spcPts val="500"/>
              </a:spcBef>
              <a:spcAft>
                <a:spcPts val="0"/>
              </a:spcAft>
              <a:buClr>
                <a:schemeClr val="dk1"/>
              </a:buClr>
              <a:buSzPts val="1000"/>
              <a:buNone/>
              <a:defRPr sz="1000"/>
            </a:lvl3pPr>
            <a:lvl4pPr indent="-228600" lvl="3" marL="1828800" algn="l">
              <a:lnSpc>
                <a:spcPct val="90000"/>
              </a:lnSpc>
              <a:spcBef>
                <a:spcPts val="500"/>
              </a:spcBef>
              <a:spcAft>
                <a:spcPts val="0"/>
              </a:spcAft>
              <a:buClr>
                <a:schemeClr val="dk1"/>
              </a:buClr>
              <a:buSzPts val="900"/>
              <a:buNone/>
              <a:defRPr sz="900"/>
            </a:lvl4pPr>
            <a:lvl5pPr indent="-228600" lvl="4" marL="2286000" algn="l">
              <a:lnSpc>
                <a:spcPct val="90000"/>
              </a:lnSpc>
              <a:spcBef>
                <a:spcPts val="50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389" name="Google Shape;389;p7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0" name="Google Shape;390;p7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1" name="Google Shape;391;p74"/>
          <p:cNvSpPr txBox="1"/>
          <p:nvPr>
            <p:ph idx="12" type="sldNum"/>
          </p:nvPr>
        </p:nvSpPr>
        <p:spPr>
          <a:xfrm>
            <a:off x="8617527"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392" name="Shape 392"/>
        <p:cNvGrpSpPr/>
        <p:nvPr/>
      </p:nvGrpSpPr>
      <p:grpSpPr>
        <a:xfrm>
          <a:off x="0" y="0"/>
          <a:ext cx="0" cy="0"/>
          <a:chOff x="0" y="0"/>
          <a:chExt cx="0" cy="0"/>
        </a:xfrm>
      </p:grpSpPr>
      <p:sp>
        <p:nvSpPr>
          <p:cNvPr id="393" name="Google Shape;393;p75"/>
          <p:cNvSpPr txBox="1"/>
          <p:nvPr>
            <p:ph type="title"/>
          </p:nvPr>
        </p:nvSpPr>
        <p:spPr>
          <a:xfrm>
            <a:off x="841248" y="457200"/>
            <a:ext cx="393192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b="0"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4" name="Google Shape;394;p75"/>
          <p:cNvSpPr/>
          <p:nvPr>
            <p:ph idx="2" type="pic"/>
          </p:nvPr>
        </p:nvSpPr>
        <p:spPr>
          <a:xfrm>
            <a:off x="5181600" y="990600"/>
            <a:ext cx="6172200" cy="4876800"/>
          </a:xfrm>
          <a:prstGeom prst="rect">
            <a:avLst/>
          </a:prstGeom>
          <a:noFill/>
          <a:ln>
            <a:noFill/>
          </a:ln>
        </p:spPr>
      </p:sp>
      <p:sp>
        <p:nvSpPr>
          <p:cNvPr id="395" name="Google Shape;395;p75"/>
          <p:cNvSpPr txBox="1"/>
          <p:nvPr>
            <p:ph idx="1" type="body"/>
          </p:nvPr>
        </p:nvSpPr>
        <p:spPr>
          <a:xfrm>
            <a:off x="841248" y="2057400"/>
            <a:ext cx="3931920" cy="38100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200"/>
              <a:buNone/>
              <a:defRPr sz="1200"/>
            </a:lvl2pPr>
            <a:lvl3pPr indent="-228600" lvl="2" marL="1371600" algn="l">
              <a:lnSpc>
                <a:spcPct val="90000"/>
              </a:lnSpc>
              <a:spcBef>
                <a:spcPts val="500"/>
              </a:spcBef>
              <a:spcAft>
                <a:spcPts val="0"/>
              </a:spcAft>
              <a:buClr>
                <a:schemeClr val="dk1"/>
              </a:buClr>
              <a:buSzPts val="1000"/>
              <a:buNone/>
              <a:defRPr sz="1000"/>
            </a:lvl3pPr>
            <a:lvl4pPr indent="-228600" lvl="3" marL="1828800" algn="l">
              <a:lnSpc>
                <a:spcPct val="90000"/>
              </a:lnSpc>
              <a:spcBef>
                <a:spcPts val="500"/>
              </a:spcBef>
              <a:spcAft>
                <a:spcPts val="0"/>
              </a:spcAft>
              <a:buClr>
                <a:schemeClr val="dk1"/>
              </a:buClr>
              <a:buSzPts val="900"/>
              <a:buNone/>
              <a:defRPr sz="900"/>
            </a:lvl4pPr>
            <a:lvl5pPr indent="-228600" lvl="4" marL="2286000" algn="l">
              <a:lnSpc>
                <a:spcPct val="90000"/>
              </a:lnSpc>
              <a:spcBef>
                <a:spcPts val="50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396" name="Google Shape;396;p7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7" name="Google Shape;397;p7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8" name="Google Shape;398;p75"/>
          <p:cNvSpPr txBox="1"/>
          <p:nvPr>
            <p:ph idx="12" type="sldNum"/>
          </p:nvPr>
        </p:nvSpPr>
        <p:spPr>
          <a:xfrm>
            <a:off x="8617527"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399" name="Shape 399"/>
        <p:cNvGrpSpPr/>
        <p:nvPr/>
      </p:nvGrpSpPr>
      <p:grpSpPr>
        <a:xfrm>
          <a:off x="0" y="0"/>
          <a:ext cx="0" cy="0"/>
          <a:chOff x="0" y="0"/>
          <a:chExt cx="0" cy="0"/>
        </a:xfrm>
      </p:grpSpPr>
      <p:sp>
        <p:nvSpPr>
          <p:cNvPr id="400" name="Google Shape;400;p76"/>
          <p:cNvSpPr txBox="1"/>
          <p:nvPr>
            <p:ph type="title"/>
          </p:nvPr>
        </p:nvSpPr>
        <p:spPr>
          <a:xfrm>
            <a:off x="845127" y="365760"/>
            <a:ext cx="10515600" cy="132556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1" name="Google Shape;401;p76"/>
          <p:cNvSpPr txBox="1"/>
          <p:nvPr>
            <p:ph idx="1" type="body"/>
          </p:nvPr>
        </p:nvSpPr>
        <p:spPr>
          <a:xfrm rot="5400000">
            <a:off x="3927259" y="-1253332"/>
            <a:ext cx="4351337"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02" name="Google Shape;402;p7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3" name="Google Shape;403;p7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4" name="Google Shape;404;p76"/>
          <p:cNvSpPr txBox="1"/>
          <p:nvPr>
            <p:ph idx="12" type="sldNum"/>
          </p:nvPr>
        </p:nvSpPr>
        <p:spPr>
          <a:xfrm>
            <a:off x="8617527"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405" name="Shape 405"/>
        <p:cNvGrpSpPr/>
        <p:nvPr/>
      </p:nvGrpSpPr>
      <p:grpSpPr>
        <a:xfrm>
          <a:off x="0" y="0"/>
          <a:ext cx="0" cy="0"/>
          <a:chOff x="0" y="0"/>
          <a:chExt cx="0" cy="0"/>
        </a:xfrm>
      </p:grpSpPr>
      <p:sp>
        <p:nvSpPr>
          <p:cNvPr id="406" name="Google Shape;406;p77"/>
          <p:cNvSpPr txBox="1"/>
          <p:nvPr>
            <p:ph type="title"/>
          </p:nvPr>
        </p:nvSpPr>
        <p:spPr>
          <a:xfrm rot="5400000">
            <a:off x="7133431" y="1951831"/>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7" name="Google Shape;407;p77"/>
          <p:cNvSpPr txBox="1"/>
          <p:nvPr>
            <p:ph idx="1" type="body"/>
          </p:nvPr>
        </p:nvSpPr>
        <p:spPr>
          <a:xfrm rot="5400000">
            <a:off x="1799431" y="-600869"/>
            <a:ext cx="5811837"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08" name="Google Shape;408;p7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9" name="Google Shape;409;p7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0" name="Google Shape;410;p77"/>
          <p:cNvSpPr txBox="1"/>
          <p:nvPr>
            <p:ph idx="12" type="sldNum"/>
          </p:nvPr>
        </p:nvSpPr>
        <p:spPr>
          <a:xfrm>
            <a:off x="8617527"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6.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3.xml"/><Relationship Id="rId10" Type="http://schemas.openxmlformats.org/officeDocument/2006/relationships/slideLayout" Target="../slideLayouts/slideLayout22.xml"/><Relationship Id="rId12" Type="http://schemas.openxmlformats.org/officeDocument/2006/relationships/theme" Target="../theme/theme2.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4.xml"/><Relationship Id="rId10" Type="http://schemas.openxmlformats.org/officeDocument/2006/relationships/slideLayout" Target="../slideLayouts/slideLayout33.xml"/><Relationship Id="rId12" Type="http://schemas.openxmlformats.org/officeDocument/2006/relationships/theme" Target="../theme/theme4.xml"/><Relationship Id="rId1" Type="http://schemas.openxmlformats.org/officeDocument/2006/relationships/slideLayout" Target="../slideLayouts/slideLayout24.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9" Type="http://schemas.openxmlformats.org/officeDocument/2006/relationships/slideLayout" Target="../slideLayouts/slideLayout32.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11" Type="http://schemas.openxmlformats.org/officeDocument/2006/relationships/slideLayout" Target="../slideLayouts/slideLayout45.xml"/><Relationship Id="rId10" Type="http://schemas.openxmlformats.org/officeDocument/2006/relationships/slideLayout" Target="../slideLayouts/slideLayout44.xml"/><Relationship Id="rId12" Type="http://schemas.openxmlformats.org/officeDocument/2006/relationships/theme" Target="../theme/theme1.xml"/><Relationship Id="rId1" Type="http://schemas.openxmlformats.org/officeDocument/2006/relationships/slideLayout" Target="../slideLayouts/slideLayout35.xml"/><Relationship Id="rId2" Type="http://schemas.openxmlformats.org/officeDocument/2006/relationships/slideLayout" Target="../slideLayouts/slideLayout36.xml"/><Relationship Id="rId3" Type="http://schemas.openxmlformats.org/officeDocument/2006/relationships/slideLayout" Target="../slideLayouts/slideLayout37.xml"/><Relationship Id="rId4" Type="http://schemas.openxmlformats.org/officeDocument/2006/relationships/slideLayout" Target="../slideLayouts/slideLayout38.xml"/><Relationship Id="rId9" Type="http://schemas.openxmlformats.org/officeDocument/2006/relationships/slideLayout" Target="../slideLayouts/slideLayout43.xml"/><Relationship Id="rId5" Type="http://schemas.openxmlformats.org/officeDocument/2006/relationships/slideLayout" Target="../slideLayouts/slideLayout39.xml"/><Relationship Id="rId6" Type="http://schemas.openxmlformats.org/officeDocument/2006/relationships/slideLayout" Target="../slideLayouts/slideLayout40.xml"/><Relationship Id="rId7" Type="http://schemas.openxmlformats.org/officeDocument/2006/relationships/slideLayout" Target="../slideLayouts/slideLayout41.xml"/><Relationship Id="rId8"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11" Type="http://schemas.openxmlformats.org/officeDocument/2006/relationships/slideLayout" Target="../slideLayouts/slideLayout56.xml"/><Relationship Id="rId10" Type="http://schemas.openxmlformats.org/officeDocument/2006/relationships/slideLayout" Target="../slideLayouts/slideLayout55.xml"/><Relationship Id="rId12" Type="http://schemas.openxmlformats.org/officeDocument/2006/relationships/theme" Target="../theme/theme3.xml"/><Relationship Id="rId1" Type="http://schemas.openxmlformats.org/officeDocument/2006/relationships/slideLayout" Target="../slideLayouts/slideLayout46.xml"/><Relationship Id="rId2" Type="http://schemas.openxmlformats.org/officeDocument/2006/relationships/slideLayout" Target="../slideLayouts/slideLayout47.xml"/><Relationship Id="rId3" Type="http://schemas.openxmlformats.org/officeDocument/2006/relationships/slideLayout" Target="../slideLayouts/slideLayout48.xml"/><Relationship Id="rId4" Type="http://schemas.openxmlformats.org/officeDocument/2006/relationships/slideLayout" Target="../slideLayouts/slideLayout49.xml"/><Relationship Id="rId9" Type="http://schemas.openxmlformats.org/officeDocument/2006/relationships/slideLayout" Target="../slideLayouts/slideLayout54.xml"/><Relationship Id="rId5" Type="http://schemas.openxmlformats.org/officeDocument/2006/relationships/slideLayout" Target="../slideLayouts/slideLayout50.xml"/><Relationship Id="rId6" Type="http://schemas.openxmlformats.org/officeDocument/2006/relationships/slideLayout" Target="../slideLayouts/slideLayout51.xml"/><Relationship Id="rId7" Type="http://schemas.openxmlformats.org/officeDocument/2006/relationships/slideLayout" Target="../slideLayouts/slideLayout52.xml"/><Relationship Id="rId8" Type="http://schemas.openxmlformats.org/officeDocument/2006/relationships/slideLayout" Target="../slideLayouts/slideLayout5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7"/>
          <p:cNvSpPr txBox="1"/>
          <p:nvPr>
            <p:ph type="title"/>
          </p:nvPr>
        </p:nvSpPr>
        <p:spPr>
          <a:xfrm>
            <a:off x="609600" y="152400"/>
            <a:ext cx="10972800" cy="990600"/>
          </a:xfrm>
          <a:prstGeom prst="rect">
            <a:avLst/>
          </a:prstGeom>
          <a:noFill/>
          <a:ln>
            <a:noFill/>
          </a:ln>
        </p:spPr>
        <p:txBody>
          <a:bodyPr anchorCtr="0" anchor="b" bIns="45700" lIns="91425" spcFirstLastPara="1" rIns="91425" wrap="square" tIns="45700">
            <a:normAutofit/>
          </a:bodyPr>
          <a:lstStyle>
            <a:lvl1pPr lvl="0" marR="0" rtl="0" algn="l">
              <a:lnSpc>
                <a:spcPct val="100000"/>
              </a:lnSpc>
              <a:spcBef>
                <a:spcPts val="0"/>
              </a:spcBef>
              <a:spcAft>
                <a:spcPts val="0"/>
              </a:spcAft>
              <a:buClr>
                <a:schemeClr val="dk2"/>
              </a:buClr>
              <a:buSzPts val="3200"/>
              <a:buFont typeface="Bookman Old Style"/>
              <a:buNone/>
              <a:defRPr b="0" i="0" sz="3200" u="none" cap="none" strike="noStrike">
                <a:solidFill>
                  <a:schemeClr val="dk2"/>
                </a:solidFill>
                <a:latin typeface="Bookman Old Style"/>
                <a:ea typeface="Bookman Old Style"/>
                <a:cs typeface="Bookman Old Style"/>
                <a:sym typeface="Bookman Old Styl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7"/>
          <p:cNvSpPr txBox="1"/>
          <p:nvPr>
            <p:ph idx="1" type="body"/>
          </p:nvPr>
        </p:nvSpPr>
        <p:spPr>
          <a:xfrm>
            <a:off x="609600" y="1219200"/>
            <a:ext cx="10972800" cy="4910328"/>
          </a:xfrm>
          <a:prstGeom prst="rect">
            <a:avLst/>
          </a:prstGeom>
          <a:noFill/>
          <a:ln>
            <a:noFill/>
          </a:ln>
        </p:spPr>
        <p:txBody>
          <a:bodyPr anchorCtr="0" anchor="t" bIns="45700" lIns="91425" spcFirstLastPara="1" rIns="91425" wrap="square" tIns="45700">
            <a:normAutofit/>
          </a:bodyPr>
          <a:lstStyle>
            <a:lvl1pPr indent="-354076" lvl="0" marL="457200" marR="0" rtl="0" algn="l">
              <a:lnSpc>
                <a:spcPct val="100000"/>
              </a:lnSpc>
              <a:spcBef>
                <a:spcPts val="600"/>
              </a:spcBef>
              <a:spcAft>
                <a:spcPts val="0"/>
              </a:spcAft>
              <a:buClr>
                <a:schemeClr val="accent1"/>
              </a:buClr>
              <a:buSzPts val="1976"/>
              <a:buFont typeface="Noto Sans Symbols"/>
              <a:buChar char="🞂"/>
              <a:defRPr b="0" i="0" sz="2600" u="none" cap="none" strike="noStrike">
                <a:solidFill>
                  <a:schemeClr val="dk1"/>
                </a:solidFill>
                <a:latin typeface="Gill Sans"/>
                <a:ea typeface="Gill Sans"/>
                <a:cs typeface="Gill Sans"/>
                <a:sym typeface="Gill Sans"/>
              </a:defRPr>
            </a:lvl1pPr>
            <a:lvl2pPr indent="-339597" lvl="1" marL="914400" marR="0" rtl="0" algn="l">
              <a:lnSpc>
                <a:spcPct val="100000"/>
              </a:lnSpc>
              <a:spcBef>
                <a:spcPts val="500"/>
              </a:spcBef>
              <a:spcAft>
                <a:spcPts val="0"/>
              </a:spcAft>
              <a:buClr>
                <a:schemeClr val="accent2"/>
              </a:buClr>
              <a:buSzPts val="1748"/>
              <a:buFont typeface="Noto Sans Symbols"/>
              <a:buChar char="🞂"/>
              <a:defRPr b="0" i="0" sz="2300" u="none" cap="none" strike="noStrike">
                <a:solidFill>
                  <a:schemeClr val="dk2"/>
                </a:solidFill>
                <a:latin typeface="Gill Sans"/>
                <a:ea typeface="Gill Sans"/>
                <a:cs typeface="Gill Sans"/>
                <a:sym typeface="Gill Sans"/>
              </a:defRPr>
            </a:lvl2pPr>
            <a:lvl3pPr indent="-325119" lvl="2" marL="1371600" marR="0" rtl="0" algn="l">
              <a:lnSpc>
                <a:spcPct val="100000"/>
              </a:lnSpc>
              <a:spcBef>
                <a:spcPts val="500"/>
              </a:spcBef>
              <a:spcAft>
                <a:spcPts val="0"/>
              </a:spcAft>
              <a:buClr>
                <a:srgbClr val="BABABA"/>
              </a:buClr>
              <a:buSzPts val="1520"/>
              <a:buFont typeface="Noto Sans Symbols"/>
              <a:buChar char="🞂"/>
              <a:defRPr b="0" i="0" sz="2000" u="none" cap="none" strike="noStrike">
                <a:solidFill>
                  <a:schemeClr val="dk1"/>
                </a:solidFill>
                <a:latin typeface="Gill Sans"/>
                <a:ea typeface="Gill Sans"/>
                <a:cs typeface="Gill Sans"/>
                <a:sym typeface="Gill Sans"/>
              </a:defRPr>
            </a:lvl3pPr>
            <a:lvl4pPr indent="-308610" lvl="3" marL="1828800" marR="0" rtl="0" algn="l">
              <a:lnSpc>
                <a:spcPct val="100000"/>
              </a:lnSpc>
              <a:spcBef>
                <a:spcPts val="400"/>
              </a:spcBef>
              <a:spcAft>
                <a:spcPts val="0"/>
              </a:spcAft>
              <a:buClr>
                <a:srgbClr val="8BA1B3"/>
              </a:buClr>
              <a:buSzPts val="1260"/>
              <a:buFont typeface="Noto Sans Symbols"/>
              <a:buChar char="◻"/>
              <a:defRPr b="0" i="0" sz="1800" u="none" cap="none" strike="noStrike">
                <a:solidFill>
                  <a:schemeClr val="dk1"/>
                </a:solidFill>
                <a:latin typeface="Gill Sans"/>
                <a:ea typeface="Gill Sans"/>
                <a:cs typeface="Gill Sans"/>
                <a:sym typeface="Gill Sans"/>
              </a:defRPr>
            </a:lvl4pPr>
            <a:lvl5pPr indent="-299720" lvl="4" marL="2286000" marR="0" rtl="0" algn="l">
              <a:lnSpc>
                <a:spcPct val="100000"/>
              </a:lnSpc>
              <a:spcBef>
                <a:spcPts val="300"/>
              </a:spcBef>
              <a:spcAft>
                <a:spcPts val="0"/>
              </a:spcAft>
              <a:buClr>
                <a:schemeClr val="accent2"/>
              </a:buClr>
              <a:buSzPts val="1120"/>
              <a:buFont typeface="Noto Sans Symbols"/>
              <a:buChar char="◻"/>
              <a:defRPr b="0" i="0" sz="1600" u="none" cap="none" strike="noStrike">
                <a:solidFill>
                  <a:schemeClr val="dk1"/>
                </a:solidFill>
                <a:latin typeface="Gill Sans"/>
                <a:ea typeface="Gill Sans"/>
                <a:cs typeface="Gill Sans"/>
                <a:sym typeface="Gill Sans"/>
              </a:defRPr>
            </a:lvl5pPr>
            <a:lvl6pPr indent="-304800" lvl="5" marL="2743200" marR="0" rtl="0" algn="l">
              <a:lnSpc>
                <a:spcPct val="100000"/>
              </a:lnSpc>
              <a:spcBef>
                <a:spcPts val="300"/>
              </a:spcBef>
              <a:spcAft>
                <a:spcPts val="0"/>
              </a:spcAft>
              <a:buClr>
                <a:srgbClr val="8BA1B3"/>
              </a:buClr>
              <a:buSzPts val="1200"/>
              <a:buFont typeface="Noto Sans Symbols"/>
              <a:buChar char="🞂"/>
              <a:defRPr b="0" i="0" sz="1600" u="none" cap="none" strike="noStrike">
                <a:solidFill>
                  <a:schemeClr val="dk1"/>
                </a:solidFill>
                <a:latin typeface="Gill Sans"/>
                <a:ea typeface="Gill Sans"/>
                <a:cs typeface="Gill Sans"/>
                <a:sym typeface="Gill Sans"/>
              </a:defRPr>
            </a:lvl6pPr>
            <a:lvl7pPr indent="-295275" lvl="6" marL="3200400" marR="0" rtl="0" algn="l">
              <a:lnSpc>
                <a:spcPct val="100000"/>
              </a:lnSpc>
              <a:spcBef>
                <a:spcPts val="300"/>
              </a:spcBef>
              <a:spcAft>
                <a:spcPts val="0"/>
              </a:spcAft>
              <a:buClr>
                <a:srgbClr val="646C8F"/>
              </a:buClr>
              <a:buSzPts val="1050"/>
              <a:buFont typeface="Noto Sans Symbols"/>
              <a:buChar char="🞂"/>
              <a:defRPr b="0" i="0" sz="1400" u="none" cap="none" strike="noStrike">
                <a:solidFill>
                  <a:schemeClr val="dk1"/>
                </a:solidFill>
                <a:latin typeface="Gill Sans"/>
                <a:ea typeface="Gill Sans"/>
                <a:cs typeface="Gill Sans"/>
                <a:sym typeface="Gill Sans"/>
              </a:defRPr>
            </a:lvl7pPr>
            <a:lvl8pPr indent="-295275" lvl="7" marL="3657600" marR="0" rtl="0" algn="l">
              <a:lnSpc>
                <a:spcPct val="100000"/>
              </a:lnSpc>
              <a:spcBef>
                <a:spcPts val="300"/>
              </a:spcBef>
              <a:spcAft>
                <a:spcPts val="0"/>
              </a:spcAft>
              <a:buClr>
                <a:srgbClr val="BABABA"/>
              </a:buClr>
              <a:buSzPts val="1050"/>
              <a:buFont typeface="Noto Sans Symbols"/>
              <a:buChar char="🞂"/>
              <a:defRPr b="0" i="0" sz="1400" u="none" cap="none" strike="noStrike">
                <a:solidFill>
                  <a:schemeClr val="dk1"/>
                </a:solidFill>
                <a:latin typeface="Gill Sans"/>
                <a:ea typeface="Gill Sans"/>
                <a:cs typeface="Gill Sans"/>
                <a:sym typeface="Gill Sans"/>
              </a:defRPr>
            </a:lvl8pPr>
            <a:lvl9pPr indent="-285750" lvl="8" marL="4114800" marR="0" rtl="0" algn="l">
              <a:lnSpc>
                <a:spcPct val="100000"/>
              </a:lnSpc>
              <a:spcBef>
                <a:spcPts val="300"/>
              </a:spcBef>
              <a:spcAft>
                <a:spcPts val="0"/>
              </a:spcAft>
              <a:buClr>
                <a:srgbClr val="9FB8CD"/>
              </a:buClr>
              <a:buSzPts val="900"/>
              <a:buFont typeface="Noto Sans Symbols"/>
              <a:buChar char="🞂"/>
              <a:defRPr b="0" i="0" sz="1200" u="none" cap="none" strike="noStrike">
                <a:solidFill>
                  <a:schemeClr val="dk1"/>
                </a:solidFill>
                <a:latin typeface="Gill Sans"/>
                <a:ea typeface="Gill Sans"/>
                <a:cs typeface="Gill Sans"/>
                <a:sym typeface="Gill Sans"/>
              </a:defRPr>
            </a:lvl9pPr>
          </a:lstStyle>
          <a:p/>
        </p:txBody>
      </p:sp>
      <p:sp>
        <p:nvSpPr>
          <p:cNvPr id="12" name="Google Shape;12;p17"/>
          <p:cNvSpPr txBox="1"/>
          <p:nvPr>
            <p:ph idx="10" type="dt"/>
          </p:nvPr>
        </p:nvSpPr>
        <p:spPr>
          <a:xfrm>
            <a:off x="8534400" y="6356350"/>
            <a:ext cx="3052064" cy="36576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1pPr>
            <a:lvl2pPr lvl="1" marR="0" rtl="0" algn="l">
              <a:lnSpc>
                <a:spcPct val="100000"/>
              </a:lnSpc>
              <a:spcBef>
                <a:spcPts val="0"/>
              </a:spcBef>
              <a:spcAft>
                <a:spcPts val="0"/>
              </a:spcAft>
              <a:buClr>
                <a:schemeClr val="dk1"/>
              </a:buClr>
              <a:buSzPts val="1400"/>
              <a:buFont typeface="Gill Sans"/>
              <a:buNone/>
              <a:defRPr b="0" i="0" sz="1800" u="none" cap="none" strike="noStrike">
                <a:solidFill>
                  <a:schemeClr val="dk1"/>
                </a:solidFill>
                <a:latin typeface="Gill Sans"/>
                <a:ea typeface="Gill Sans"/>
                <a:cs typeface="Gill Sans"/>
                <a:sym typeface="Gill Sans"/>
              </a:defRPr>
            </a:lvl2pPr>
            <a:lvl3pPr lvl="2" marR="0" rtl="0" algn="l">
              <a:lnSpc>
                <a:spcPct val="100000"/>
              </a:lnSpc>
              <a:spcBef>
                <a:spcPts val="0"/>
              </a:spcBef>
              <a:spcAft>
                <a:spcPts val="0"/>
              </a:spcAft>
              <a:buClr>
                <a:schemeClr val="dk1"/>
              </a:buClr>
              <a:buSzPts val="1400"/>
              <a:buFont typeface="Gill Sans"/>
              <a:buNone/>
              <a:defRPr b="0" i="0" sz="1800" u="none" cap="none" strike="noStrike">
                <a:solidFill>
                  <a:schemeClr val="dk1"/>
                </a:solidFill>
                <a:latin typeface="Gill Sans"/>
                <a:ea typeface="Gill Sans"/>
                <a:cs typeface="Gill Sans"/>
                <a:sym typeface="Gill Sans"/>
              </a:defRPr>
            </a:lvl3pPr>
            <a:lvl4pPr lvl="3" marR="0" rtl="0" algn="l">
              <a:lnSpc>
                <a:spcPct val="100000"/>
              </a:lnSpc>
              <a:spcBef>
                <a:spcPts val="0"/>
              </a:spcBef>
              <a:spcAft>
                <a:spcPts val="0"/>
              </a:spcAft>
              <a:buClr>
                <a:schemeClr val="dk1"/>
              </a:buClr>
              <a:buSzPts val="1400"/>
              <a:buFont typeface="Gill Sans"/>
              <a:buNone/>
              <a:defRPr b="0" i="0" sz="1800" u="none" cap="none" strike="noStrike">
                <a:solidFill>
                  <a:schemeClr val="dk1"/>
                </a:solidFill>
                <a:latin typeface="Gill Sans"/>
                <a:ea typeface="Gill Sans"/>
                <a:cs typeface="Gill Sans"/>
                <a:sym typeface="Gill Sans"/>
              </a:defRPr>
            </a:lvl4pPr>
            <a:lvl5pPr lvl="4" marR="0" rtl="0" algn="l">
              <a:lnSpc>
                <a:spcPct val="100000"/>
              </a:lnSpc>
              <a:spcBef>
                <a:spcPts val="0"/>
              </a:spcBef>
              <a:spcAft>
                <a:spcPts val="0"/>
              </a:spcAft>
              <a:buClr>
                <a:schemeClr val="dk1"/>
              </a:buClr>
              <a:buSzPts val="1400"/>
              <a:buFont typeface="Gill Sans"/>
              <a:buNone/>
              <a:defRPr b="0" i="0" sz="1800" u="none" cap="none" strike="noStrike">
                <a:solidFill>
                  <a:schemeClr val="dk1"/>
                </a:solidFill>
                <a:latin typeface="Gill Sans"/>
                <a:ea typeface="Gill Sans"/>
                <a:cs typeface="Gill Sans"/>
                <a:sym typeface="Gill Sans"/>
              </a:defRPr>
            </a:lvl5pPr>
            <a:lvl6pPr lvl="5" marR="0" rtl="0" algn="l">
              <a:lnSpc>
                <a:spcPct val="100000"/>
              </a:lnSpc>
              <a:spcBef>
                <a:spcPts val="0"/>
              </a:spcBef>
              <a:spcAft>
                <a:spcPts val="0"/>
              </a:spcAft>
              <a:buClr>
                <a:schemeClr val="dk1"/>
              </a:buClr>
              <a:buSzPts val="1400"/>
              <a:buFont typeface="Gill Sans"/>
              <a:buNone/>
              <a:defRPr b="0" i="0" sz="1800" u="none" cap="none" strike="noStrike">
                <a:solidFill>
                  <a:schemeClr val="dk1"/>
                </a:solidFill>
                <a:latin typeface="Gill Sans"/>
                <a:ea typeface="Gill Sans"/>
                <a:cs typeface="Gill Sans"/>
                <a:sym typeface="Gill Sans"/>
              </a:defRPr>
            </a:lvl6pPr>
            <a:lvl7pPr lvl="6" marR="0" rtl="0" algn="l">
              <a:lnSpc>
                <a:spcPct val="100000"/>
              </a:lnSpc>
              <a:spcBef>
                <a:spcPts val="0"/>
              </a:spcBef>
              <a:spcAft>
                <a:spcPts val="0"/>
              </a:spcAft>
              <a:buClr>
                <a:schemeClr val="dk1"/>
              </a:buClr>
              <a:buSzPts val="1400"/>
              <a:buFont typeface="Gill Sans"/>
              <a:buNone/>
              <a:defRPr b="0" i="0" sz="1800" u="none" cap="none" strike="noStrike">
                <a:solidFill>
                  <a:schemeClr val="dk1"/>
                </a:solidFill>
                <a:latin typeface="Gill Sans"/>
                <a:ea typeface="Gill Sans"/>
                <a:cs typeface="Gill Sans"/>
                <a:sym typeface="Gill Sans"/>
              </a:defRPr>
            </a:lvl7pPr>
            <a:lvl8pPr lvl="7" marR="0" rtl="0" algn="l">
              <a:lnSpc>
                <a:spcPct val="100000"/>
              </a:lnSpc>
              <a:spcBef>
                <a:spcPts val="0"/>
              </a:spcBef>
              <a:spcAft>
                <a:spcPts val="0"/>
              </a:spcAft>
              <a:buClr>
                <a:schemeClr val="dk1"/>
              </a:buClr>
              <a:buSzPts val="1400"/>
              <a:buFont typeface="Gill Sans"/>
              <a:buNone/>
              <a:defRPr b="0" i="0" sz="1800" u="none" cap="none" strike="noStrike">
                <a:solidFill>
                  <a:schemeClr val="dk1"/>
                </a:solidFill>
                <a:latin typeface="Gill Sans"/>
                <a:ea typeface="Gill Sans"/>
                <a:cs typeface="Gill Sans"/>
                <a:sym typeface="Gill Sans"/>
              </a:defRPr>
            </a:lvl8pPr>
            <a:lvl9pPr lvl="8" marR="0" rtl="0" algn="l">
              <a:lnSpc>
                <a:spcPct val="100000"/>
              </a:lnSpc>
              <a:spcBef>
                <a:spcPts val="0"/>
              </a:spcBef>
              <a:spcAft>
                <a:spcPts val="0"/>
              </a:spcAft>
              <a:buClr>
                <a:schemeClr val="dk1"/>
              </a:buClr>
              <a:buSzPts val="1400"/>
              <a:buFont typeface="Gill Sans"/>
              <a:buNone/>
              <a:defRPr b="0" i="0" sz="1800" u="none" cap="none" strike="noStrike">
                <a:solidFill>
                  <a:schemeClr val="dk1"/>
                </a:solidFill>
                <a:latin typeface="Gill Sans"/>
                <a:ea typeface="Gill Sans"/>
                <a:cs typeface="Gill Sans"/>
                <a:sym typeface="Gill Sans"/>
              </a:defRPr>
            </a:lvl9pPr>
          </a:lstStyle>
          <a:p/>
        </p:txBody>
      </p:sp>
      <p:sp>
        <p:nvSpPr>
          <p:cNvPr id="13" name="Google Shape;13;p17"/>
          <p:cNvSpPr txBox="1"/>
          <p:nvPr>
            <p:ph idx="11" type="ftr"/>
          </p:nvPr>
        </p:nvSpPr>
        <p:spPr>
          <a:xfrm>
            <a:off x="3864864" y="6356350"/>
            <a:ext cx="4673600" cy="36576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1pPr>
            <a:lvl2pPr lvl="1" marR="0" rtl="0" algn="l">
              <a:lnSpc>
                <a:spcPct val="100000"/>
              </a:lnSpc>
              <a:spcBef>
                <a:spcPts val="0"/>
              </a:spcBef>
              <a:spcAft>
                <a:spcPts val="0"/>
              </a:spcAft>
              <a:buClr>
                <a:schemeClr val="dk1"/>
              </a:buClr>
              <a:buSzPts val="1400"/>
              <a:buFont typeface="Gill Sans"/>
              <a:buNone/>
              <a:defRPr b="0" i="0" sz="1800" u="none" cap="none" strike="noStrike">
                <a:solidFill>
                  <a:schemeClr val="dk1"/>
                </a:solidFill>
                <a:latin typeface="Gill Sans"/>
                <a:ea typeface="Gill Sans"/>
                <a:cs typeface="Gill Sans"/>
                <a:sym typeface="Gill Sans"/>
              </a:defRPr>
            </a:lvl2pPr>
            <a:lvl3pPr lvl="2" marR="0" rtl="0" algn="l">
              <a:lnSpc>
                <a:spcPct val="100000"/>
              </a:lnSpc>
              <a:spcBef>
                <a:spcPts val="0"/>
              </a:spcBef>
              <a:spcAft>
                <a:spcPts val="0"/>
              </a:spcAft>
              <a:buClr>
                <a:schemeClr val="dk1"/>
              </a:buClr>
              <a:buSzPts val="1400"/>
              <a:buFont typeface="Gill Sans"/>
              <a:buNone/>
              <a:defRPr b="0" i="0" sz="1800" u="none" cap="none" strike="noStrike">
                <a:solidFill>
                  <a:schemeClr val="dk1"/>
                </a:solidFill>
                <a:latin typeface="Gill Sans"/>
                <a:ea typeface="Gill Sans"/>
                <a:cs typeface="Gill Sans"/>
                <a:sym typeface="Gill Sans"/>
              </a:defRPr>
            </a:lvl3pPr>
            <a:lvl4pPr lvl="3" marR="0" rtl="0" algn="l">
              <a:lnSpc>
                <a:spcPct val="100000"/>
              </a:lnSpc>
              <a:spcBef>
                <a:spcPts val="0"/>
              </a:spcBef>
              <a:spcAft>
                <a:spcPts val="0"/>
              </a:spcAft>
              <a:buClr>
                <a:schemeClr val="dk1"/>
              </a:buClr>
              <a:buSzPts val="1400"/>
              <a:buFont typeface="Gill Sans"/>
              <a:buNone/>
              <a:defRPr b="0" i="0" sz="1800" u="none" cap="none" strike="noStrike">
                <a:solidFill>
                  <a:schemeClr val="dk1"/>
                </a:solidFill>
                <a:latin typeface="Gill Sans"/>
                <a:ea typeface="Gill Sans"/>
                <a:cs typeface="Gill Sans"/>
                <a:sym typeface="Gill Sans"/>
              </a:defRPr>
            </a:lvl4pPr>
            <a:lvl5pPr lvl="4" marR="0" rtl="0" algn="l">
              <a:lnSpc>
                <a:spcPct val="100000"/>
              </a:lnSpc>
              <a:spcBef>
                <a:spcPts val="0"/>
              </a:spcBef>
              <a:spcAft>
                <a:spcPts val="0"/>
              </a:spcAft>
              <a:buClr>
                <a:schemeClr val="dk1"/>
              </a:buClr>
              <a:buSzPts val="1400"/>
              <a:buFont typeface="Gill Sans"/>
              <a:buNone/>
              <a:defRPr b="0" i="0" sz="1800" u="none" cap="none" strike="noStrike">
                <a:solidFill>
                  <a:schemeClr val="dk1"/>
                </a:solidFill>
                <a:latin typeface="Gill Sans"/>
                <a:ea typeface="Gill Sans"/>
                <a:cs typeface="Gill Sans"/>
                <a:sym typeface="Gill Sans"/>
              </a:defRPr>
            </a:lvl5pPr>
            <a:lvl6pPr lvl="5" marR="0" rtl="0" algn="l">
              <a:lnSpc>
                <a:spcPct val="100000"/>
              </a:lnSpc>
              <a:spcBef>
                <a:spcPts val="0"/>
              </a:spcBef>
              <a:spcAft>
                <a:spcPts val="0"/>
              </a:spcAft>
              <a:buClr>
                <a:schemeClr val="dk1"/>
              </a:buClr>
              <a:buSzPts val="1400"/>
              <a:buFont typeface="Gill Sans"/>
              <a:buNone/>
              <a:defRPr b="0" i="0" sz="1800" u="none" cap="none" strike="noStrike">
                <a:solidFill>
                  <a:schemeClr val="dk1"/>
                </a:solidFill>
                <a:latin typeface="Gill Sans"/>
                <a:ea typeface="Gill Sans"/>
                <a:cs typeface="Gill Sans"/>
                <a:sym typeface="Gill Sans"/>
              </a:defRPr>
            </a:lvl6pPr>
            <a:lvl7pPr lvl="6" marR="0" rtl="0" algn="l">
              <a:lnSpc>
                <a:spcPct val="100000"/>
              </a:lnSpc>
              <a:spcBef>
                <a:spcPts val="0"/>
              </a:spcBef>
              <a:spcAft>
                <a:spcPts val="0"/>
              </a:spcAft>
              <a:buClr>
                <a:schemeClr val="dk1"/>
              </a:buClr>
              <a:buSzPts val="1400"/>
              <a:buFont typeface="Gill Sans"/>
              <a:buNone/>
              <a:defRPr b="0" i="0" sz="1800" u="none" cap="none" strike="noStrike">
                <a:solidFill>
                  <a:schemeClr val="dk1"/>
                </a:solidFill>
                <a:latin typeface="Gill Sans"/>
                <a:ea typeface="Gill Sans"/>
                <a:cs typeface="Gill Sans"/>
                <a:sym typeface="Gill Sans"/>
              </a:defRPr>
            </a:lvl7pPr>
            <a:lvl8pPr lvl="7" marR="0" rtl="0" algn="l">
              <a:lnSpc>
                <a:spcPct val="100000"/>
              </a:lnSpc>
              <a:spcBef>
                <a:spcPts val="0"/>
              </a:spcBef>
              <a:spcAft>
                <a:spcPts val="0"/>
              </a:spcAft>
              <a:buClr>
                <a:schemeClr val="dk1"/>
              </a:buClr>
              <a:buSzPts val="1400"/>
              <a:buFont typeface="Gill Sans"/>
              <a:buNone/>
              <a:defRPr b="0" i="0" sz="1800" u="none" cap="none" strike="noStrike">
                <a:solidFill>
                  <a:schemeClr val="dk1"/>
                </a:solidFill>
                <a:latin typeface="Gill Sans"/>
                <a:ea typeface="Gill Sans"/>
                <a:cs typeface="Gill Sans"/>
                <a:sym typeface="Gill Sans"/>
              </a:defRPr>
            </a:lvl8pPr>
            <a:lvl9pPr lvl="8" marR="0" rtl="0" algn="l">
              <a:lnSpc>
                <a:spcPct val="100000"/>
              </a:lnSpc>
              <a:spcBef>
                <a:spcPts val="0"/>
              </a:spcBef>
              <a:spcAft>
                <a:spcPts val="0"/>
              </a:spcAft>
              <a:buClr>
                <a:schemeClr val="dk1"/>
              </a:buClr>
              <a:buSzPts val="1400"/>
              <a:buFont typeface="Gill Sans"/>
              <a:buNone/>
              <a:defRPr b="0" i="0" sz="1800" u="none" cap="none" strike="noStrike">
                <a:solidFill>
                  <a:schemeClr val="dk1"/>
                </a:solidFill>
                <a:latin typeface="Gill Sans"/>
                <a:ea typeface="Gill Sans"/>
                <a:cs typeface="Gill Sans"/>
                <a:sym typeface="Gill Sans"/>
              </a:defRPr>
            </a:lvl9pPr>
          </a:lstStyle>
          <a:p/>
        </p:txBody>
      </p:sp>
      <p:sp>
        <p:nvSpPr>
          <p:cNvPr id="14" name="Google Shape;14;p17"/>
          <p:cNvSpPr txBox="1"/>
          <p:nvPr>
            <p:ph idx="12" type="sldNum"/>
          </p:nvPr>
        </p:nvSpPr>
        <p:spPr>
          <a:xfrm>
            <a:off x="816864" y="6356350"/>
            <a:ext cx="2641600" cy="36576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1pPr>
            <a:lvl2pPr indent="0" lvl="1" marL="0" marR="0" rtl="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2pPr>
            <a:lvl3pPr indent="0" lvl="2" marL="0" marR="0" rtl="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3pPr>
            <a:lvl4pPr indent="0" lvl="3" marL="0" marR="0" rtl="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4pPr>
            <a:lvl5pPr indent="0" lvl="4" marL="0" marR="0" rtl="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5pPr>
            <a:lvl6pPr indent="0" lvl="5" marL="0" marR="0" rtl="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6pPr>
            <a:lvl7pPr indent="0" lvl="6" marL="0" marR="0" rtl="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7pPr>
            <a:lvl8pPr indent="0" lvl="7" marL="0" marR="0" rtl="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8pPr>
            <a:lvl9pPr indent="0" lvl="8" marL="0" marR="0" rtl="0" algn="l">
              <a:lnSpc>
                <a:spcPct val="100000"/>
              </a:lnSpc>
              <a:spcBef>
                <a:spcPts val="0"/>
              </a:spcBef>
              <a:spcAft>
                <a:spcPts val="0"/>
              </a:spcAft>
              <a:buClr>
                <a:schemeClr val="dk2"/>
              </a:buClr>
              <a:buSzPts val="1400"/>
              <a:buFont typeface="Gill Sans"/>
              <a:buNone/>
              <a:defRPr b="0" i="0" sz="1400" u="none" cap="none" strike="noStrike">
                <a:solidFill>
                  <a:schemeClr val="dk2"/>
                </a:solidFill>
                <a:latin typeface="Gill Sans"/>
                <a:ea typeface="Gill Sans"/>
                <a:cs typeface="Gill Sans"/>
                <a:sym typeface="Gill Sans"/>
              </a:defRPr>
            </a:lvl9pPr>
          </a:lstStyle>
          <a:p>
            <a:pPr indent="0" lvl="0" marL="0" rtl="0" algn="l">
              <a:spcBef>
                <a:spcPts val="0"/>
              </a:spcBef>
              <a:spcAft>
                <a:spcPts val="0"/>
              </a:spcAft>
              <a:buNone/>
            </a:pPr>
            <a:fld id="{00000000-1234-1234-1234-123412341234}" type="slidenum">
              <a:rPr lang="en-US"/>
              <a:t>‹#›</a:t>
            </a:fld>
            <a:endParaRPr/>
          </a:p>
        </p:txBody>
      </p:sp>
      <p:cxnSp>
        <p:nvCxnSpPr>
          <p:cNvPr id="15" name="Google Shape;15;p17"/>
          <p:cNvCxnSpPr/>
          <p:nvPr/>
        </p:nvCxnSpPr>
        <p:spPr>
          <a:xfrm>
            <a:off x="609600" y="6353175"/>
            <a:ext cx="10972800" cy="0"/>
          </a:xfrm>
          <a:prstGeom prst="straightConnector1">
            <a:avLst/>
          </a:prstGeom>
          <a:noFill/>
          <a:ln cap="flat" cmpd="sng" w="9525">
            <a:solidFill>
              <a:schemeClr val="accent2"/>
            </a:solidFill>
            <a:prstDash val="dash"/>
            <a:round/>
            <a:headEnd len="sm" w="sm" type="none"/>
            <a:tailEnd len="sm" w="sm" type="none"/>
          </a:ln>
        </p:spPr>
      </p:cxnSp>
      <p:cxnSp>
        <p:nvCxnSpPr>
          <p:cNvPr id="16" name="Google Shape;16;p17"/>
          <p:cNvCxnSpPr/>
          <p:nvPr/>
        </p:nvCxnSpPr>
        <p:spPr>
          <a:xfrm>
            <a:off x="609600" y="1143000"/>
            <a:ext cx="10972800" cy="0"/>
          </a:xfrm>
          <a:prstGeom prst="straightConnector1">
            <a:avLst/>
          </a:prstGeom>
          <a:noFill/>
          <a:ln cap="flat" cmpd="sng" w="9525">
            <a:solidFill>
              <a:schemeClr val="accent2"/>
            </a:solidFill>
            <a:prstDash val="dash"/>
            <a:round/>
            <a:headEnd len="sm" w="sm" type="none"/>
            <a:tailEnd len="sm" w="sm" type="none"/>
          </a:ln>
        </p:spPr>
      </p:cxnSp>
      <p:sp>
        <p:nvSpPr>
          <p:cNvPr id="17" name="Google Shape;17;p17"/>
          <p:cNvSpPr/>
          <p:nvPr/>
        </p:nvSpPr>
        <p:spPr>
          <a:xfrm rot="5400000">
            <a:off x="590614" y="6447425"/>
            <a:ext cx="190849" cy="160418"/>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1" name="Shape 111"/>
        <p:cNvGrpSpPr/>
        <p:nvPr/>
      </p:nvGrpSpPr>
      <p:grpSpPr>
        <a:xfrm>
          <a:off x="0" y="0"/>
          <a:ext cx="0" cy="0"/>
          <a:chOff x="0" y="0"/>
          <a:chExt cx="0" cy="0"/>
        </a:xfrm>
      </p:grpSpPr>
      <p:sp>
        <p:nvSpPr>
          <p:cNvPr id="112" name="Google Shape;112;p30"/>
          <p:cNvSpPr txBox="1"/>
          <p:nvPr>
            <p:ph type="title"/>
          </p:nvPr>
        </p:nvSpPr>
        <p:spPr>
          <a:xfrm>
            <a:off x="845127" y="365760"/>
            <a:ext cx="10515600" cy="1325562"/>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3" name="Google Shape;113;p30"/>
          <p:cNvSpPr txBox="1"/>
          <p:nvPr>
            <p:ph idx="1" type="body"/>
          </p:nvPr>
        </p:nvSpPr>
        <p:spPr>
          <a:xfrm>
            <a:off x="845127" y="1828800"/>
            <a:ext cx="10515600" cy="4351337"/>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Noto Sans Symbols"/>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Noto Sans Symbols"/>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Noto Sans Symbols"/>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Noto Sans Symbols"/>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Noto Sans Symbols"/>
              <a:buChar char="●"/>
              <a:defRPr b="0" i="0" sz="1800" u="none" cap="none" strike="noStrike">
                <a:solidFill>
                  <a:schemeClr val="dk1"/>
                </a:solidFill>
                <a:latin typeface="Calibri"/>
                <a:ea typeface="Calibri"/>
                <a:cs typeface="Calibri"/>
                <a:sym typeface="Calibri"/>
              </a:defRPr>
            </a:lvl5pPr>
            <a:lvl6pPr indent="-342900" lvl="5" marL="2743200" marR="0" rtl="0" algn="l">
              <a:lnSpc>
                <a:spcPct val="100000"/>
              </a:lnSpc>
              <a:spcBef>
                <a:spcPts val="360"/>
              </a:spcBef>
              <a:spcAft>
                <a:spcPts val="0"/>
              </a:spcAft>
              <a:buClr>
                <a:schemeClr val="dk1"/>
              </a:buClr>
              <a:buSzPts val="1800"/>
              <a:buFont typeface="Noto Sans Symbols"/>
              <a:buChar char="●"/>
              <a:defRPr b="0" i="0" sz="1800" u="none" cap="none" strike="noStrike">
                <a:solidFill>
                  <a:schemeClr val="dk1"/>
                </a:solidFill>
                <a:latin typeface="Calibri"/>
                <a:ea typeface="Calibri"/>
                <a:cs typeface="Calibri"/>
                <a:sym typeface="Calibri"/>
              </a:defRPr>
            </a:lvl6pPr>
            <a:lvl7pPr indent="-342900" lvl="6" marL="3200400" marR="0" rtl="0" algn="l">
              <a:lnSpc>
                <a:spcPct val="100000"/>
              </a:lnSpc>
              <a:spcBef>
                <a:spcPts val="360"/>
              </a:spcBef>
              <a:spcAft>
                <a:spcPts val="0"/>
              </a:spcAft>
              <a:buClr>
                <a:schemeClr val="dk1"/>
              </a:buClr>
              <a:buSzPts val="1800"/>
              <a:buFont typeface="Noto Sans Symbols"/>
              <a:buChar char="●"/>
              <a:defRPr b="0" i="0" sz="1800" u="none" cap="none" strike="noStrike">
                <a:solidFill>
                  <a:schemeClr val="dk1"/>
                </a:solidFill>
                <a:latin typeface="Calibri"/>
                <a:ea typeface="Calibri"/>
                <a:cs typeface="Calibri"/>
                <a:sym typeface="Calibri"/>
              </a:defRPr>
            </a:lvl7pPr>
            <a:lvl8pPr indent="-342900" lvl="7" marL="3657600" marR="0" rtl="0" algn="l">
              <a:lnSpc>
                <a:spcPct val="100000"/>
              </a:lnSpc>
              <a:spcBef>
                <a:spcPts val="360"/>
              </a:spcBef>
              <a:spcAft>
                <a:spcPts val="0"/>
              </a:spcAft>
              <a:buClr>
                <a:schemeClr val="dk1"/>
              </a:buClr>
              <a:buSzPts val="1800"/>
              <a:buFont typeface="Noto Sans Symbols"/>
              <a:buChar char="●"/>
              <a:defRPr b="0" i="0" sz="1800" u="none" cap="none" strike="noStrike">
                <a:solidFill>
                  <a:schemeClr val="dk1"/>
                </a:solidFill>
                <a:latin typeface="Calibri"/>
                <a:ea typeface="Calibri"/>
                <a:cs typeface="Calibri"/>
                <a:sym typeface="Calibri"/>
              </a:defRPr>
            </a:lvl8pPr>
            <a:lvl9pPr indent="-342900" lvl="8" marL="4114800" marR="0" rtl="0" algn="l">
              <a:lnSpc>
                <a:spcPct val="100000"/>
              </a:lnSpc>
              <a:spcBef>
                <a:spcPts val="360"/>
              </a:spcBef>
              <a:spcAft>
                <a:spcPts val="0"/>
              </a:spcAft>
              <a:buClr>
                <a:schemeClr val="dk1"/>
              </a:buClr>
              <a:buSzPts val="1800"/>
              <a:buFont typeface="Noto Sans Symbols"/>
              <a:buChar char="●"/>
              <a:defRPr b="0" i="0" sz="1800" u="none" cap="none" strike="noStrike">
                <a:solidFill>
                  <a:schemeClr val="dk1"/>
                </a:solidFill>
                <a:latin typeface="Calibri"/>
                <a:ea typeface="Calibri"/>
                <a:cs typeface="Calibri"/>
                <a:sym typeface="Calibri"/>
              </a:defRPr>
            </a:lvl9pPr>
          </a:lstStyle>
          <a:p/>
        </p:txBody>
      </p:sp>
      <p:sp>
        <p:nvSpPr>
          <p:cNvPr id="114" name="Google Shape;114;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100" u="none" cap="none" strike="noStrike">
                <a:solidFill>
                  <a:srgbClr val="595959"/>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5" name="Google Shape;115;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100" u="none" cap="none" strike="noStrike">
                <a:solidFill>
                  <a:srgbClr val="595959"/>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6" name="Google Shape;116;p30"/>
          <p:cNvSpPr txBox="1"/>
          <p:nvPr>
            <p:ph idx="12" type="sldNum"/>
          </p:nvPr>
        </p:nvSpPr>
        <p:spPr>
          <a:xfrm>
            <a:off x="8617527"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6" name="Shape 186"/>
        <p:cNvGrpSpPr/>
        <p:nvPr/>
      </p:nvGrpSpPr>
      <p:grpSpPr>
        <a:xfrm>
          <a:off x="0" y="0"/>
          <a:ext cx="0" cy="0"/>
          <a:chOff x="0" y="0"/>
          <a:chExt cx="0" cy="0"/>
        </a:xfrm>
      </p:grpSpPr>
      <p:sp>
        <p:nvSpPr>
          <p:cNvPr id="187" name="Google Shape;187;p42"/>
          <p:cNvSpPr txBox="1"/>
          <p:nvPr>
            <p:ph type="title"/>
          </p:nvPr>
        </p:nvSpPr>
        <p:spPr>
          <a:xfrm>
            <a:off x="845127" y="365760"/>
            <a:ext cx="10515600" cy="1325562"/>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88" name="Google Shape;188;p42"/>
          <p:cNvSpPr txBox="1"/>
          <p:nvPr>
            <p:ph idx="1" type="body"/>
          </p:nvPr>
        </p:nvSpPr>
        <p:spPr>
          <a:xfrm>
            <a:off x="845127" y="1828800"/>
            <a:ext cx="10515600" cy="4351337"/>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Noto Sans Symbols"/>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Noto Sans Symbols"/>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Noto Sans Symbols"/>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Noto Sans Symbols"/>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Noto Sans Symbols"/>
              <a:buChar char="●"/>
              <a:defRPr b="0" i="0" sz="1800" u="none" cap="none" strike="noStrike">
                <a:solidFill>
                  <a:schemeClr val="dk1"/>
                </a:solidFill>
                <a:latin typeface="Calibri"/>
                <a:ea typeface="Calibri"/>
                <a:cs typeface="Calibri"/>
                <a:sym typeface="Calibri"/>
              </a:defRPr>
            </a:lvl5pPr>
            <a:lvl6pPr indent="-342900" lvl="5" marL="2743200" marR="0" rtl="0" algn="l">
              <a:lnSpc>
                <a:spcPct val="100000"/>
              </a:lnSpc>
              <a:spcBef>
                <a:spcPts val="360"/>
              </a:spcBef>
              <a:spcAft>
                <a:spcPts val="0"/>
              </a:spcAft>
              <a:buClr>
                <a:schemeClr val="dk1"/>
              </a:buClr>
              <a:buSzPts val="1800"/>
              <a:buFont typeface="Noto Sans Symbols"/>
              <a:buChar char="●"/>
              <a:defRPr b="0" i="0" sz="1800" u="none" cap="none" strike="noStrike">
                <a:solidFill>
                  <a:schemeClr val="dk1"/>
                </a:solidFill>
                <a:latin typeface="Calibri"/>
                <a:ea typeface="Calibri"/>
                <a:cs typeface="Calibri"/>
                <a:sym typeface="Calibri"/>
              </a:defRPr>
            </a:lvl6pPr>
            <a:lvl7pPr indent="-342900" lvl="6" marL="3200400" marR="0" rtl="0" algn="l">
              <a:lnSpc>
                <a:spcPct val="100000"/>
              </a:lnSpc>
              <a:spcBef>
                <a:spcPts val="360"/>
              </a:spcBef>
              <a:spcAft>
                <a:spcPts val="0"/>
              </a:spcAft>
              <a:buClr>
                <a:schemeClr val="dk1"/>
              </a:buClr>
              <a:buSzPts val="1800"/>
              <a:buFont typeface="Noto Sans Symbols"/>
              <a:buChar char="●"/>
              <a:defRPr b="0" i="0" sz="1800" u="none" cap="none" strike="noStrike">
                <a:solidFill>
                  <a:schemeClr val="dk1"/>
                </a:solidFill>
                <a:latin typeface="Calibri"/>
                <a:ea typeface="Calibri"/>
                <a:cs typeface="Calibri"/>
                <a:sym typeface="Calibri"/>
              </a:defRPr>
            </a:lvl7pPr>
            <a:lvl8pPr indent="-342900" lvl="7" marL="3657600" marR="0" rtl="0" algn="l">
              <a:lnSpc>
                <a:spcPct val="100000"/>
              </a:lnSpc>
              <a:spcBef>
                <a:spcPts val="360"/>
              </a:spcBef>
              <a:spcAft>
                <a:spcPts val="0"/>
              </a:spcAft>
              <a:buClr>
                <a:schemeClr val="dk1"/>
              </a:buClr>
              <a:buSzPts val="1800"/>
              <a:buFont typeface="Noto Sans Symbols"/>
              <a:buChar char="●"/>
              <a:defRPr b="0" i="0" sz="1800" u="none" cap="none" strike="noStrike">
                <a:solidFill>
                  <a:schemeClr val="dk1"/>
                </a:solidFill>
                <a:latin typeface="Calibri"/>
                <a:ea typeface="Calibri"/>
                <a:cs typeface="Calibri"/>
                <a:sym typeface="Calibri"/>
              </a:defRPr>
            </a:lvl8pPr>
            <a:lvl9pPr indent="-342900" lvl="8" marL="4114800" marR="0" rtl="0" algn="l">
              <a:lnSpc>
                <a:spcPct val="100000"/>
              </a:lnSpc>
              <a:spcBef>
                <a:spcPts val="360"/>
              </a:spcBef>
              <a:spcAft>
                <a:spcPts val="0"/>
              </a:spcAft>
              <a:buClr>
                <a:schemeClr val="dk1"/>
              </a:buClr>
              <a:buSzPts val="1800"/>
              <a:buFont typeface="Noto Sans Symbols"/>
              <a:buChar char="●"/>
              <a:defRPr b="0" i="0" sz="1800" u="none" cap="none" strike="noStrike">
                <a:solidFill>
                  <a:schemeClr val="dk1"/>
                </a:solidFill>
                <a:latin typeface="Calibri"/>
                <a:ea typeface="Calibri"/>
                <a:cs typeface="Calibri"/>
                <a:sym typeface="Calibri"/>
              </a:defRPr>
            </a:lvl9pPr>
          </a:lstStyle>
          <a:p/>
        </p:txBody>
      </p:sp>
      <p:sp>
        <p:nvSpPr>
          <p:cNvPr id="189" name="Google Shape;189;p4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100" u="none" cap="none" strike="noStrike">
                <a:solidFill>
                  <a:srgbClr val="595959"/>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0" name="Google Shape;190;p4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100" u="none" cap="none" strike="noStrike">
                <a:solidFill>
                  <a:srgbClr val="595959"/>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1" name="Google Shape;191;p42"/>
          <p:cNvSpPr txBox="1"/>
          <p:nvPr>
            <p:ph idx="12" type="sldNum"/>
          </p:nvPr>
        </p:nvSpPr>
        <p:spPr>
          <a:xfrm>
            <a:off x="8617527"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61" name="Shape 261"/>
        <p:cNvGrpSpPr/>
        <p:nvPr/>
      </p:nvGrpSpPr>
      <p:grpSpPr>
        <a:xfrm>
          <a:off x="0" y="0"/>
          <a:ext cx="0" cy="0"/>
          <a:chOff x="0" y="0"/>
          <a:chExt cx="0" cy="0"/>
        </a:xfrm>
      </p:grpSpPr>
      <p:sp>
        <p:nvSpPr>
          <p:cNvPr id="262" name="Google Shape;262;p54"/>
          <p:cNvSpPr txBox="1"/>
          <p:nvPr>
            <p:ph type="title"/>
          </p:nvPr>
        </p:nvSpPr>
        <p:spPr>
          <a:xfrm>
            <a:off x="845127" y="365760"/>
            <a:ext cx="10515600" cy="1325562"/>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63" name="Google Shape;263;p54"/>
          <p:cNvSpPr txBox="1"/>
          <p:nvPr>
            <p:ph idx="1" type="body"/>
          </p:nvPr>
        </p:nvSpPr>
        <p:spPr>
          <a:xfrm>
            <a:off x="845127" y="1828800"/>
            <a:ext cx="10515600" cy="4351337"/>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Noto Sans Symbols"/>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Noto Sans Symbols"/>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Noto Sans Symbols"/>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Noto Sans Symbols"/>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Noto Sans Symbols"/>
              <a:buChar char="●"/>
              <a:defRPr b="0" i="0" sz="1800" u="none" cap="none" strike="noStrike">
                <a:solidFill>
                  <a:schemeClr val="dk1"/>
                </a:solidFill>
                <a:latin typeface="Calibri"/>
                <a:ea typeface="Calibri"/>
                <a:cs typeface="Calibri"/>
                <a:sym typeface="Calibri"/>
              </a:defRPr>
            </a:lvl5pPr>
            <a:lvl6pPr indent="-342900" lvl="5" marL="2743200" marR="0" rtl="0" algn="l">
              <a:lnSpc>
                <a:spcPct val="100000"/>
              </a:lnSpc>
              <a:spcBef>
                <a:spcPts val="360"/>
              </a:spcBef>
              <a:spcAft>
                <a:spcPts val="0"/>
              </a:spcAft>
              <a:buClr>
                <a:schemeClr val="dk1"/>
              </a:buClr>
              <a:buSzPts val="1800"/>
              <a:buFont typeface="Noto Sans Symbols"/>
              <a:buChar char="●"/>
              <a:defRPr b="0" i="0" sz="1800" u="none" cap="none" strike="noStrike">
                <a:solidFill>
                  <a:schemeClr val="dk1"/>
                </a:solidFill>
                <a:latin typeface="Calibri"/>
                <a:ea typeface="Calibri"/>
                <a:cs typeface="Calibri"/>
                <a:sym typeface="Calibri"/>
              </a:defRPr>
            </a:lvl6pPr>
            <a:lvl7pPr indent="-342900" lvl="6" marL="3200400" marR="0" rtl="0" algn="l">
              <a:lnSpc>
                <a:spcPct val="100000"/>
              </a:lnSpc>
              <a:spcBef>
                <a:spcPts val="360"/>
              </a:spcBef>
              <a:spcAft>
                <a:spcPts val="0"/>
              </a:spcAft>
              <a:buClr>
                <a:schemeClr val="dk1"/>
              </a:buClr>
              <a:buSzPts val="1800"/>
              <a:buFont typeface="Noto Sans Symbols"/>
              <a:buChar char="●"/>
              <a:defRPr b="0" i="0" sz="1800" u="none" cap="none" strike="noStrike">
                <a:solidFill>
                  <a:schemeClr val="dk1"/>
                </a:solidFill>
                <a:latin typeface="Calibri"/>
                <a:ea typeface="Calibri"/>
                <a:cs typeface="Calibri"/>
                <a:sym typeface="Calibri"/>
              </a:defRPr>
            </a:lvl7pPr>
            <a:lvl8pPr indent="-342900" lvl="7" marL="3657600" marR="0" rtl="0" algn="l">
              <a:lnSpc>
                <a:spcPct val="100000"/>
              </a:lnSpc>
              <a:spcBef>
                <a:spcPts val="360"/>
              </a:spcBef>
              <a:spcAft>
                <a:spcPts val="0"/>
              </a:spcAft>
              <a:buClr>
                <a:schemeClr val="dk1"/>
              </a:buClr>
              <a:buSzPts val="1800"/>
              <a:buFont typeface="Noto Sans Symbols"/>
              <a:buChar char="●"/>
              <a:defRPr b="0" i="0" sz="1800" u="none" cap="none" strike="noStrike">
                <a:solidFill>
                  <a:schemeClr val="dk1"/>
                </a:solidFill>
                <a:latin typeface="Calibri"/>
                <a:ea typeface="Calibri"/>
                <a:cs typeface="Calibri"/>
                <a:sym typeface="Calibri"/>
              </a:defRPr>
            </a:lvl8pPr>
            <a:lvl9pPr indent="-342900" lvl="8" marL="4114800" marR="0" rtl="0" algn="l">
              <a:lnSpc>
                <a:spcPct val="100000"/>
              </a:lnSpc>
              <a:spcBef>
                <a:spcPts val="360"/>
              </a:spcBef>
              <a:spcAft>
                <a:spcPts val="0"/>
              </a:spcAft>
              <a:buClr>
                <a:schemeClr val="dk1"/>
              </a:buClr>
              <a:buSzPts val="1800"/>
              <a:buFont typeface="Noto Sans Symbols"/>
              <a:buChar char="●"/>
              <a:defRPr b="0" i="0" sz="1800" u="none" cap="none" strike="noStrike">
                <a:solidFill>
                  <a:schemeClr val="dk1"/>
                </a:solidFill>
                <a:latin typeface="Calibri"/>
                <a:ea typeface="Calibri"/>
                <a:cs typeface="Calibri"/>
                <a:sym typeface="Calibri"/>
              </a:defRPr>
            </a:lvl9pPr>
          </a:lstStyle>
          <a:p/>
        </p:txBody>
      </p:sp>
      <p:sp>
        <p:nvSpPr>
          <p:cNvPr id="264" name="Google Shape;264;p5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100" u="none" cap="none" strike="noStrike">
                <a:solidFill>
                  <a:srgbClr val="595959"/>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65" name="Google Shape;265;p5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100" u="none" cap="none" strike="noStrike">
                <a:solidFill>
                  <a:srgbClr val="595959"/>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66" name="Google Shape;266;p54"/>
          <p:cNvSpPr txBox="1"/>
          <p:nvPr>
            <p:ph idx="12" type="sldNum"/>
          </p:nvPr>
        </p:nvSpPr>
        <p:spPr>
          <a:xfrm>
            <a:off x="8617527"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36" name="Shape 336"/>
        <p:cNvGrpSpPr/>
        <p:nvPr/>
      </p:nvGrpSpPr>
      <p:grpSpPr>
        <a:xfrm>
          <a:off x="0" y="0"/>
          <a:ext cx="0" cy="0"/>
          <a:chOff x="0" y="0"/>
          <a:chExt cx="0" cy="0"/>
        </a:xfrm>
      </p:grpSpPr>
      <p:sp>
        <p:nvSpPr>
          <p:cNvPr id="337" name="Google Shape;337;p66"/>
          <p:cNvSpPr txBox="1"/>
          <p:nvPr>
            <p:ph type="title"/>
          </p:nvPr>
        </p:nvSpPr>
        <p:spPr>
          <a:xfrm>
            <a:off x="845127" y="365760"/>
            <a:ext cx="10515600" cy="1325562"/>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38" name="Google Shape;338;p66"/>
          <p:cNvSpPr txBox="1"/>
          <p:nvPr>
            <p:ph idx="1" type="body"/>
          </p:nvPr>
        </p:nvSpPr>
        <p:spPr>
          <a:xfrm>
            <a:off x="845127" y="1828800"/>
            <a:ext cx="10515600" cy="4351337"/>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Noto Sans Symbols"/>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Noto Sans Symbols"/>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Noto Sans Symbols"/>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Noto Sans Symbols"/>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Noto Sans Symbols"/>
              <a:buChar char="●"/>
              <a:defRPr b="0" i="0" sz="1800" u="none" cap="none" strike="noStrike">
                <a:solidFill>
                  <a:schemeClr val="dk1"/>
                </a:solidFill>
                <a:latin typeface="Calibri"/>
                <a:ea typeface="Calibri"/>
                <a:cs typeface="Calibri"/>
                <a:sym typeface="Calibri"/>
              </a:defRPr>
            </a:lvl5pPr>
            <a:lvl6pPr indent="-342900" lvl="5" marL="2743200" marR="0" rtl="0" algn="l">
              <a:lnSpc>
                <a:spcPct val="100000"/>
              </a:lnSpc>
              <a:spcBef>
                <a:spcPts val="360"/>
              </a:spcBef>
              <a:spcAft>
                <a:spcPts val="0"/>
              </a:spcAft>
              <a:buClr>
                <a:schemeClr val="dk1"/>
              </a:buClr>
              <a:buSzPts val="1800"/>
              <a:buFont typeface="Noto Sans Symbols"/>
              <a:buChar char="●"/>
              <a:defRPr b="0" i="0" sz="1800" u="none" cap="none" strike="noStrike">
                <a:solidFill>
                  <a:schemeClr val="dk1"/>
                </a:solidFill>
                <a:latin typeface="Calibri"/>
                <a:ea typeface="Calibri"/>
                <a:cs typeface="Calibri"/>
                <a:sym typeface="Calibri"/>
              </a:defRPr>
            </a:lvl6pPr>
            <a:lvl7pPr indent="-342900" lvl="6" marL="3200400" marR="0" rtl="0" algn="l">
              <a:lnSpc>
                <a:spcPct val="100000"/>
              </a:lnSpc>
              <a:spcBef>
                <a:spcPts val="360"/>
              </a:spcBef>
              <a:spcAft>
                <a:spcPts val="0"/>
              </a:spcAft>
              <a:buClr>
                <a:schemeClr val="dk1"/>
              </a:buClr>
              <a:buSzPts val="1800"/>
              <a:buFont typeface="Noto Sans Symbols"/>
              <a:buChar char="●"/>
              <a:defRPr b="0" i="0" sz="1800" u="none" cap="none" strike="noStrike">
                <a:solidFill>
                  <a:schemeClr val="dk1"/>
                </a:solidFill>
                <a:latin typeface="Calibri"/>
                <a:ea typeface="Calibri"/>
                <a:cs typeface="Calibri"/>
                <a:sym typeface="Calibri"/>
              </a:defRPr>
            </a:lvl7pPr>
            <a:lvl8pPr indent="-342900" lvl="7" marL="3657600" marR="0" rtl="0" algn="l">
              <a:lnSpc>
                <a:spcPct val="100000"/>
              </a:lnSpc>
              <a:spcBef>
                <a:spcPts val="360"/>
              </a:spcBef>
              <a:spcAft>
                <a:spcPts val="0"/>
              </a:spcAft>
              <a:buClr>
                <a:schemeClr val="dk1"/>
              </a:buClr>
              <a:buSzPts val="1800"/>
              <a:buFont typeface="Noto Sans Symbols"/>
              <a:buChar char="●"/>
              <a:defRPr b="0" i="0" sz="1800" u="none" cap="none" strike="noStrike">
                <a:solidFill>
                  <a:schemeClr val="dk1"/>
                </a:solidFill>
                <a:latin typeface="Calibri"/>
                <a:ea typeface="Calibri"/>
                <a:cs typeface="Calibri"/>
                <a:sym typeface="Calibri"/>
              </a:defRPr>
            </a:lvl8pPr>
            <a:lvl9pPr indent="-342900" lvl="8" marL="4114800" marR="0" rtl="0" algn="l">
              <a:lnSpc>
                <a:spcPct val="100000"/>
              </a:lnSpc>
              <a:spcBef>
                <a:spcPts val="360"/>
              </a:spcBef>
              <a:spcAft>
                <a:spcPts val="0"/>
              </a:spcAft>
              <a:buClr>
                <a:schemeClr val="dk1"/>
              </a:buClr>
              <a:buSzPts val="1800"/>
              <a:buFont typeface="Noto Sans Symbols"/>
              <a:buChar char="●"/>
              <a:defRPr b="0" i="0" sz="1800" u="none" cap="none" strike="noStrike">
                <a:solidFill>
                  <a:schemeClr val="dk1"/>
                </a:solidFill>
                <a:latin typeface="Calibri"/>
                <a:ea typeface="Calibri"/>
                <a:cs typeface="Calibri"/>
                <a:sym typeface="Calibri"/>
              </a:defRPr>
            </a:lvl9pPr>
          </a:lstStyle>
          <a:p/>
        </p:txBody>
      </p:sp>
      <p:sp>
        <p:nvSpPr>
          <p:cNvPr id="339" name="Google Shape;339;p6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100" u="none" cap="none" strike="noStrike">
                <a:solidFill>
                  <a:srgbClr val="595959"/>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40" name="Google Shape;340;p6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100" u="none" cap="none" strike="noStrike">
                <a:solidFill>
                  <a:srgbClr val="595959"/>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41" name="Google Shape;341;p66"/>
          <p:cNvSpPr txBox="1"/>
          <p:nvPr>
            <p:ph idx="12" type="sldNum"/>
          </p:nvPr>
        </p:nvSpPr>
        <p:spPr>
          <a:xfrm>
            <a:off x="8617527"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100"/>
              <a:buFont typeface="Arial"/>
              <a:buNone/>
              <a:defRPr b="0" i="0" sz="11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1"/>
          <p:cNvSpPr/>
          <p:nvPr/>
        </p:nvSpPr>
        <p:spPr>
          <a:xfrm>
            <a:off x="0" y="0"/>
            <a:ext cx="12192000" cy="1909187"/>
          </a:xfrm>
          <a:prstGeom prst="rect">
            <a:avLst/>
          </a:prstGeom>
          <a:solidFill>
            <a:srgbClr val="E1E7E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Arial"/>
              <a:ea typeface="Arial"/>
              <a:cs typeface="Arial"/>
              <a:sym typeface="Arial"/>
            </a:endParaRPr>
          </a:p>
        </p:txBody>
      </p:sp>
      <p:sp>
        <p:nvSpPr>
          <p:cNvPr id="416" name="Google Shape;416;p1"/>
          <p:cNvSpPr txBox="1"/>
          <p:nvPr>
            <p:ph type="ctrTitle"/>
          </p:nvPr>
        </p:nvSpPr>
        <p:spPr>
          <a:xfrm>
            <a:off x="2351586" y="3614880"/>
            <a:ext cx="7644849" cy="1296144"/>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00000"/>
              </a:lnSpc>
              <a:spcBef>
                <a:spcPts val="0"/>
              </a:spcBef>
              <a:spcAft>
                <a:spcPts val="0"/>
              </a:spcAft>
              <a:buClr>
                <a:srgbClr val="464653"/>
              </a:buClr>
              <a:buSzPct val="100000"/>
              <a:buFont typeface="Cambria"/>
              <a:buNone/>
            </a:pPr>
            <a:r>
              <a:rPr lang="en-US" sz="4000">
                <a:solidFill>
                  <a:srgbClr val="464653"/>
                </a:solidFill>
                <a:latin typeface="Cambria"/>
                <a:ea typeface="Cambria"/>
                <a:cs typeface="Cambria"/>
                <a:sym typeface="Cambria"/>
              </a:rPr>
              <a:t>Ingeniería de Software I - 2026</a:t>
            </a:r>
            <a:endParaRPr sz="4000">
              <a:solidFill>
                <a:srgbClr val="464653"/>
              </a:solidFill>
              <a:latin typeface="Cambria"/>
              <a:ea typeface="Cambria"/>
              <a:cs typeface="Cambria"/>
              <a:sym typeface="Cambria"/>
            </a:endParaRPr>
          </a:p>
          <a:p>
            <a:pPr indent="0" lvl="0" marL="0" rtl="0" algn="l">
              <a:lnSpc>
                <a:spcPct val="100000"/>
              </a:lnSpc>
              <a:spcBef>
                <a:spcPts val="0"/>
              </a:spcBef>
              <a:spcAft>
                <a:spcPts val="0"/>
              </a:spcAft>
              <a:buClr>
                <a:srgbClr val="464653"/>
              </a:buClr>
              <a:buSzPct val="100000"/>
              <a:buFont typeface="Cambria"/>
              <a:buNone/>
            </a:pPr>
            <a:r>
              <a:rPr lang="en-US" sz="4000">
                <a:solidFill>
                  <a:srgbClr val="464653"/>
                </a:solidFill>
                <a:latin typeface="Cambria"/>
                <a:ea typeface="Cambria"/>
                <a:cs typeface="Cambria"/>
                <a:sym typeface="Cambria"/>
              </a:rPr>
              <a:t> </a:t>
            </a:r>
            <a:endParaRPr sz="4000">
              <a:solidFill>
                <a:srgbClr val="464653"/>
              </a:solidFill>
              <a:latin typeface="Cambria"/>
              <a:ea typeface="Cambria"/>
              <a:cs typeface="Cambria"/>
              <a:sym typeface="Cambria"/>
            </a:endParaRPr>
          </a:p>
        </p:txBody>
      </p:sp>
      <p:sp>
        <p:nvSpPr>
          <p:cNvPr id="417" name="Google Shape;417;p1"/>
          <p:cNvSpPr txBox="1"/>
          <p:nvPr>
            <p:ph idx="1" type="subTitle"/>
          </p:nvPr>
        </p:nvSpPr>
        <p:spPr>
          <a:xfrm>
            <a:off x="2429596" y="5055039"/>
            <a:ext cx="7566841" cy="64807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2432"/>
              <a:buNone/>
            </a:pPr>
            <a:r>
              <a:rPr lang="en-US" sz="3200">
                <a:solidFill>
                  <a:srgbClr val="464653"/>
                </a:solidFill>
                <a:latin typeface="Arial"/>
                <a:ea typeface="Arial"/>
                <a:cs typeface="Arial"/>
                <a:sym typeface="Arial"/>
              </a:rPr>
              <a:t>Casos de Uso</a:t>
            </a:r>
            <a:endParaRPr sz="3200">
              <a:solidFill>
                <a:srgbClr val="464653"/>
              </a:solidFill>
              <a:latin typeface="Arial"/>
              <a:ea typeface="Arial"/>
              <a:cs typeface="Arial"/>
              <a:sym typeface="Arial"/>
            </a:endParaRPr>
          </a:p>
        </p:txBody>
      </p:sp>
      <p:pic>
        <p:nvPicPr>
          <p:cNvPr id="418" name="Google Shape;418;p1"/>
          <p:cNvPicPr preferRelativeResize="0"/>
          <p:nvPr/>
        </p:nvPicPr>
        <p:blipFill rotWithShape="1">
          <a:blip r:embed="rId3">
            <a:alphaModFix/>
          </a:blip>
          <a:srcRect b="0" l="0" r="0" t="0"/>
          <a:stretch/>
        </p:blipFill>
        <p:spPr>
          <a:xfrm>
            <a:off x="10423759" y="338757"/>
            <a:ext cx="1220036" cy="1220036"/>
          </a:xfrm>
          <a:prstGeom prst="rect">
            <a:avLst/>
          </a:prstGeom>
          <a:noFill/>
          <a:ln>
            <a:noFill/>
          </a:ln>
        </p:spPr>
      </p:pic>
      <p:pic>
        <p:nvPicPr>
          <p:cNvPr id="419" name="Google Shape;419;p1"/>
          <p:cNvPicPr preferRelativeResize="0"/>
          <p:nvPr/>
        </p:nvPicPr>
        <p:blipFill rotWithShape="1">
          <a:blip r:embed="rId4">
            <a:alphaModFix/>
          </a:blip>
          <a:srcRect b="0" l="0" r="0" t="0"/>
          <a:stretch/>
        </p:blipFill>
        <p:spPr>
          <a:xfrm>
            <a:off x="548205" y="338757"/>
            <a:ext cx="2539238" cy="1220036"/>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2"/>
          <p:cNvSpPr txBox="1"/>
          <p:nvPr>
            <p:ph type="title"/>
          </p:nvPr>
        </p:nvSpPr>
        <p:spPr>
          <a:xfrm>
            <a:off x="1055440" y="152400"/>
            <a:ext cx="1052696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2"/>
              </a:buClr>
              <a:buSzPts val="1800"/>
              <a:buNone/>
            </a:pPr>
            <a:r>
              <a:rPr lang="en-US"/>
              <a:t>Casos de uso – Definiciones</a:t>
            </a:r>
            <a:endParaRPr/>
          </a:p>
        </p:txBody>
      </p:sp>
      <p:sp>
        <p:nvSpPr>
          <p:cNvPr id="425" name="Google Shape;425;p2"/>
          <p:cNvSpPr txBox="1"/>
          <p:nvPr>
            <p:ph idx="1" type="body"/>
          </p:nvPr>
        </p:nvSpPr>
        <p:spPr>
          <a:xfrm>
            <a:off x="1775520" y="3390678"/>
            <a:ext cx="9806880" cy="2934096"/>
          </a:xfrm>
          <a:prstGeom prst="rect">
            <a:avLst/>
          </a:prstGeom>
          <a:noFill/>
          <a:ln>
            <a:noFill/>
          </a:ln>
        </p:spPr>
        <p:txBody>
          <a:bodyPr anchorCtr="0" anchor="t" bIns="45700" lIns="91425" spcFirstLastPara="1" rIns="91425" wrap="square" tIns="45700">
            <a:spAutoFit/>
          </a:bodyPr>
          <a:lstStyle/>
          <a:p>
            <a:pPr indent="0" lvl="0" marL="0" rtl="0" algn="l">
              <a:lnSpc>
                <a:spcPct val="100000"/>
              </a:lnSpc>
              <a:spcBef>
                <a:spcPts val="600"/>
              </a:spcBef>
              <a:spcAft>
                <a:spcPts val="0"/>
              </a:spcAft>
              <a:buSzPts val="1368"/>
              <a:buNone/>
            </a:pPr>
            <a:r>
              <a:rPr b="1" lang="en-US" sz="2800">
                <a:solidFill>
                  <a:schemeClr val="dk1"/>
                </a:solidFill>
                <a:latin typeface="Gill Sans"/>
                <a:ea typeface="Gill Sans"/>
                <a:cs typeface="Gill Sans"/>
                <a:sym typeface="Gill Sans"/>
              </a:rPr>
              <a:t>Proceso de modelado:</a:t>
            </a:r>
            <a:endParaRPr/>
          </a:p>
          <a:p>
            <a:pPr indent="-457200" lvl="1" marL="598932" rtl="0" algn="just">
              <a:lnSpc>
                <a:spcPct val="100000"/>
              </a:lnSpc>
              <a:spcBef>
                <a:spcPts val="500"/>
              </a:spcBef>
              <a:spcAft>
                <a:spcPts val="0"/>
              </a:spcAft>
              <a:buSzPts val="2800"/>
              <a:buFont typeface="Arial"/>
              <a:buChar char="•"/>
            </a:pPr>
            <a:r>
              <a:rPr lang="en-US" sz="2800">
                <a:solidFill>
                  <a:schemeClr val="dk1"/>
                </a:solidFill>
                <a:latin typeface="Gill Sans"/>
                <a:ea typeface="Gill Sans"/>
                <a:cs typeface="Gill Sans"/>
                <a:sym typeface="Gill Sans"/>
              </a:rPr>
              <a:t>Identificar los actores</a:t>
            </a:r>
            <a:endParaRPr/>
          </a:p>
          <a:p>
            <a:pPr indent="-457200" lvl="1" marL="598932" rtl="0" algn="just">
              <a:lnSpc>
                <a:spcPct val="100000"/>
              </a:lnSpc>
              <a:spcBef>
                <a:spcPts val="500"/>
              </a:spcBef>
              <a:spcAft>
                <a:spcPts val="0"/>
              </a:spcAft>
              <a:buSzPts val="2800"/>
              <a:buFont typeface="Arial"/>
              <a:buChar char="•"/>
            </a:pPr>
            <a:r>
              <a:rPr lang="en-US" sz="2800">
                <a:solidFill>
                  <a:schemeClr val="dk1"/>
                </a:solidFill>
                <a:latin typeface="Gill Sans"/>
                <a:ea typeface="Gill Sans"/>
                <a:cs typeface="Gill Sans"/>
                <a:sym typeface="Gill Sans"/>
              </a:rPr>
              <a:t>Identificar los casos de uso.</a:t>
            </a:r>
            <a:endParaRPr/>
          </a:p>
          <a:p>
            <a:pPr indent="-457200" lvl="1" marL="598932" rtl="0" algn="just">
              <a:lnSpc>
                <a:spcPct val="100000"/>
              </a:lnSpc>
              <a:spcBef>
                <a:spcPts val="500"/>
              </a:spcBef>
              <a:spcAft>
                <a:spcPts val="0"/>
              </a:spcAft>
              <a:buSzPts val="2800"/>
              <a:buFont typeface="Arial"/>
              <a:buChar char="•"/>
            </a:pPr>
            <a:r>
              <a:rPr lang="en-US" sz="2800">
                <a:solidFill>
                  <a:schemeClr val="dk1"/>
                </a:solidFill>
                <a:latin typeface="Gill Sans"/>
                <a:ea typeface="Gill Sans"/>
                <a:cs typeface="Gill Sans"/>
                <a:sym typeface="Gill Sans"/>
              </a:rPr>
              <a:t>Construir el diagrama.</a:t>
            </a:r>
            <a:endParaRPr/>
          </a:p>
          <a:p>
            <a:pPr indent="-457200" lvl="1" marL="598932" rtl="0" algn="just">
              <a:lnSpc>
                <a:spcPct val="100000"/>
              </a:lnSpc>
              <a:spcBef>
                <a:spcPts val="500"/>
              </a:spcBef>
              <a:spcAft>
                <a:spcPts val="0"/>
              </a:spcAft>
              <a:buSzPts val="2800"/>
              <a:buFont typeface="Arial"/>
              <a:buChar char="•"/>
            </a:pPr>
            <a:r>
              <a:rPr lang="en-US" sz="2800">
                <a:solidFill>
                  <a:schemeClr val="dk1"/>
                </a:solidFill>
                <a:latin typeface="Gill Sans"/>
                <a:ea typeface="Gill Sans"/>
                <a:cs typeface="Gill Sans"/>
                <a:sym typeface="Gill Sans"/>
              </a:rPr>
              <a:t>Realizar los escenarios.</a:t>
            </a:r>
            <a:endParaRPr/>
          </a:p>
          <a:p>
            <a:pPr indent="86868" lvl="0" marL="0" rtl="0" algn="l">
              <a:lnSpc>
                <a:spcPct val="100000"/>
              </a:lnSpc>
              <a:spcBef>
                <a:spcPts val="600"/>
              </a:spcBef>
              <a:spcAft>
                <a:spcPts val="0"/>
              </a:spcAft>
              <a:buSzPts val="1368"/>
              <a:buNone/>
            </a:pPr>
            <a:r>
              <a:t/>
            </a:r>
            <a:endParaRPr sz="1800">
              <a:solidFill>
                <a:schemeClr val="dk1"/>
              </a:solidFill>
              <a:latin typeface="Arial"/>
              <a:ea typeface="Arial"/>
              <a:cs typeface="Arial"/>
              <a:sym typeface="Arial"/>
            </a:endParaRPr>
          </a:p>
        </p:txBody>
      </p:sp>
      <p:sp>
        <p:nvSpPr>
          <p:cNvPr id="426" name="Google Shape;426;p2"/>
          <p:cNvSpPr/>
          <p:nvPr/>
        </p:nvSpPr>
        <p:spPr>
          <a:xfrm>
            <a:off x="1343472" y="1474763"/>
            <a:ext cx="9073008" cy="1384995"/>
          </a:xfrm>
          <a:prstGeom prst="rect">
            <a:avLst/>
          </a:prstGeom>
          <a:noFill/>
          <a:ln>
            <a:noFill/>
          </a:ln>
        </p:spPr>
        <p:txBody>
          <a:bodyPr anchorCtr="0" anchor="t" bIns="45700" lIns="91425" spcFirstLastPara="1" rIns="91425" wrap="square" tIns="45700">
            <a:spAutoFit/>
          </a:bodyPr>
          <a:lstStyle/>
          <a:p>
            <a:pPr indent="0" lvl="1" marL="457200" marR="0" rtl="0" algn="just">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Gill Sans"/>
                <a:ea typeface="Gill Sans"/>
                <a:cs typeface="Gill Sans"/>
                <a:sym typeface="Gill Sans"/>
              </a:rPr>
              <a:t>Casos de Uso: </a:t>
            </a:r>
            <a:r>
              <a:rPr b="0" i="0" lang="en-US" sz="2800" u="none" cap="none" strike="noStrike">
                <a:solidFill>
                  <a:schemeClr val="dk1"/>
                </a:solidFill>
                <a:latin typeface="Gill Sans"/>
                <a:ea typeface="Gill Sans"/>
                <a:cs typeface="Gill Sans"/>
                <a:sym typeface="Gill Sans"/>
              </a:rPr>
              <a:t>Proceso de modelado del problema en término de los eventos que interactúan entre los usuarios y el sistema.</a:t>
            </a:r>
            <a:endParaRPr b="0" i="0" sz="1400" u="none" cap="none" strike="noStrike">
              <a:solidFill>
                <a:srgbClr val="000000"/>
              </a:solidFill>
              <a:latin typeface="Arial"/>
              <a:ea typeface="Arial"/>
              <a:cs typeface="Arial"/>
              <a:sym typeface="Arial"/>
            </a:endParaRPr>
          </a:p>
        </p:txBody>
      </p:sp>
      <p:cxnSp>
        <p:nvCxnSpPr>
          <p:cNvPr id="427" name="Google Shape;427;p2"/>
          <p:cNvCxnSpPr/>
          <p:nvPr/>
        </p:nvCxnSpPr>
        <p:spPr>
          <a:xfrm>
            <a:off x="1055440" y="3140968"/>
            <a:ext cx="10297144" cy="0"/>
          </a:xfrm>
          <a:prstGeom prst="straightConnector1">
            <a:avLst/>
          </a:prstGeom>
          <a:noFill/>
          <a:ln cap="flat" cmpd="sng" w="25400">
            <a:solidFill>
              <a:schemeClr val="dk1"/>
            </a:solidFill>
            <a:prstDash val="solid"/>
            <a:round/>
            <a:headEnd len="sm" w="sm" type="none"/>
            <a:tailEnd len="sm" w="sm" type="none"/>
          </a:ln>
          <a:effectLst>
            <a:outerShdw blurRad="40000" rotWithShape="0" dir="5400000" dist="20000">
              <a:srgbClr val="000000">
                <a:alpha val="36470"/>
              </a:srgbClr>
            </a:outerShdw>
          </a:effectLst>
        </p:spPr>
      </p:cxnSp>
      <p:sp>
        <p:nvSpPr>
          <p:cNvPr id="428" name="Google Shape;428;p2"/>
          <p:cNvSpPr txBox="1"/>
          <p:nvPr>
            <p:ph idx="12" type="sldNum"/>
          </p:nvPr>
        </p:nvSpPr>
        <p:spPr>
          <a:xfrm>
            <a:off x="816864" y="6356350"/>
            <a:ext cx="26416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2"/>
              </a:buClr>
              <a:buSzPts val="1400"/>
              <a:buFont typeface="Gill Sans"/>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3"/>
          <p:cNvSpPr txBox="1"/>
          <p:nvPr>
            <p:ph idx="4294967295" type="body"/>
          </p:nvPr>
        </p:nvSpPr>
        <p:spPr>
          <a:xfrm>
            <a:off x="1284288" y="1484783"/>
            <a:ext cx="10298112" cy="5189643"/>
          </a:xfrm>
          <a:prstGeom prst="rect">
            <a:avLst/>
          </a:prstGeom>
          <a:noFill/>
          <a:ln>
            <a:noFill/>
          </a:ln>
        </p:spPr>
        <p:txBody>
          <a:bodyPr anchorCtr="0" anchor="t" bIns="45700" lIns="91425" spcFirstLastPara="1" rIns="91425" wrap="square" tIns="45700">
            <a:noAutofit/>
          </a:bodyPr>
          <a:lstStyle/>
          <a:p>
            <a:pPr indent="0" lvl="0" marL="103124" rtl="0" algn="l">
              <a:lnSpc>
                <a:spcPct val="100000"/>
              </a:lnSpc>
              <a:spcBef>
                <a:spcPts val="600"/>
              </a:spcBef>
              <a:spcAft>
                <a:spcPts val="0"/>
              </a:spcAft>
              <a:buSzPts val="1976"/>
              <a:buNone/>
            </a:pPr>
            <a:r>
              <a:rPr b="1" lang="en-US" sz="2800"/>
              <a:t>Actor</a:t>
            </a:r>
            <a:endParaRPr/>
          </a:p>
          <a:p>
            <a:pPr indent="0" lvl="1" marL="457200" rtl="0" algn="l">
              <a:lnSpc>
                <a:spcPct val="100000"/>
              </a:lnSpc>
              <a:spcBef>
                <a:spcPts val="600"/>
              </a:spcBef>
              <a:spcAft>
                <a:spcPts val="0"/>
              </a:spcAft>
              <a:buSzPts val="1748"/>
              <a:buNone/>
            </a:pPr>
            <a:r>
              <a:rPr lang="en-US" sz="2400"/>
              <a:t>Toda entidad que interactúa directamente con el sistema</a:t>
            </a:r>
            <a:endParaRPr/>
          </a:p>
          <a:p>
            <a:pPr indent="0" lvl="0" marL="103124" rtl="0" algn="l">
              <a:lnSpc>
                <a:spcPct val="100000"/>
              </a:lnSpc>
              <a:spcBef>
                <a:spcPts val="600"/>
              </a:spcBef>
              <a:spcAft>
                <a:spcPts val="0"/>
              </a:spcAft>
              <a:buSzPts val="1976"/>
              <a:buNone/>
            </a:pPr>
            <a:r>
              <a:rPr b="1" lang="en-US" sz="2800"/>
              <a:t>Caso de Uso</a:t>
            </a:r>
            <a:endParaRPr/>
          </a:p>
          <a:p>
            <a:pPr indent="0" lvl="1" marL="457200" rtl="0" algn="l">
              <a:lnSpc>
                <a:spcPct val="100000"/>
              </a:lnSpc>
              <a:spcBef>
                <a:spcPts val="600"/>
              </a:spcBef>
              <a:spcAft>
                <a:spcPts val="0"/>
              </a:spcAft>
              <a:buSzPts val="1748"/>
              <a:buNone/>
            </a:pPr>
            <a:r>
              <a:rPr lang="en-US" sz="2400"/>
              <a:t>Representa una funcionalidad en términos de la interacción del usuario. </a:t>
            </a:r>
            <a:endParaRPr sz="2400"/>
          </a:p>
          <a:p>
            <a:pPr indent="0" lvl="1" marL="0" rtl="0" algn="l">
              <a:lnSpc>
                <a:spcPct val="100000"/>
              </a:lnSpc>
              <a:spcBef>
                <a:spcPts val="600"/>
              </a:spcBef>
              <a:spcAft>
                <a:spcPts val="0"/>
              </a:spcAft>
              <a:buSzPts val="1748"/>
              <a:buNone/>
            </a:pPr>
            <a:r>
              <a:rPr b="1" lang="en-US" sz="2800"/>
              <a:t>Diagrama</a:t>
            </a:r>
            <a:endParaRPr/>
          </a:p>
          <a:p>
            <a:pPr indent="0" lvl="1" marL="457200" rtl="0" algn="l">
              <a:lnSpc>
                <a:spcPct val="100000"/>
              </a:lnSpc>
              <a:spcBef>
                <a:spcPts val="600"/>
              </a:spcBef>
              <a:spcAft>
                <a:spcPts val="0"/>
              </a:spcAft>
              <a:buSzPts val="1748"/>
              <a:buNone/>
            </a:pPr>
            <a:r>
              <a:rPr lang="en-US" sz="2400"/>
              <a:t>Ilustra las relaciones entre los Casos de Uso y los actores</a:t>
            </a:r>
            <a:endParaRPr/>
          </a:p>
          <a:p>
            <a:pPr indent="0" lvl="0" marL="103124" rtl="0" algn="l">
              <a:lnSpc>
                <a:spcPct val="100000"/>
              </a:lnSpc>
              <a:spcBef>
                <a:spcPts val="600"/>
              </a:spcBef>
              <a:spcAft>
                <a:spcPts val="0"/>
              </a:spcAft>
              <a:buSzPts val="1976"/>
              <a:buNone/>
            </a:pPr>
            <a:r>
              <a:rPr b="1" lang="en-US" sz="2800"/>
              <a:t>Escenarios</a:t>
            </a:r>
            <a:endParaRPr/>
          </a:p>
          <a:p>
            <a:pPr indent="0" lvl="1" marL="457200" rtl="0" algn="l">
              <a:lnSpc>
                <a:spcPct val="100000"/>
              </a:lnSpc>
              <a:spcBef>
                <a:spcPts val="600"/>
              </a:spcBef>
              <a:spcAft>
                <a:spcPts val="0"/>
              </a:spcAft>
              <a:buSzPts val="1748"/>
              <a:buNone/>
            </a:pPr>
            <a:r>
              <a:rPr lang="en-US" sz="2400"/>
              <a:t>Descripción detallada de cada Caso de Uso para llevar a cabo la funcionalidad.</a:t>
            </a:r>
            <a:endParaRPr/>
          </a:p>
          <a:p>
            <a:pPr indent="-228598" lvl="1" marL="914400" rtl="0" algn="l">
              <a:lnSpc>
                <a:spcPct val="100000"/>
              </a:lnSpc>
              <a:spcBef>
                <a:spcPts val="600"/>
              </a:spcBef>
              <a:spcAft>
                <a:spcPts val="0"/>
              </a:spcAft>
              <a:buSzPts val="1748"/>
              <a:buNone/>
            </a:pPr>
            <a:r>
              <a:t/>
            </a:r>
            <a:endParaRPr sz="2400"/>
          </a:p>
          <a:p>
            <a:pPr indent="-228598" lvl="1" marL="914400" rtl="0" algn="l">
              <a:lnSpc>
                <a:spcPct val="100000"/>
              </a:lnSpc>
              <a:spcBef>
                <a:spcPts val="600"/>
              </a:spcBef>
              <a:spcAft>
                <a:spcPts val="0"/>
              </a:spcAft>
              <a:buSzPts val="1748"/>
              <a:buNone/>
            </a:pPr>
            <a:r>
              <a:t/>
            </a:r>
            <a:endParaRPr sz="2400"/>
          </a:p>
          <a:p>
            <a:pPr indent="-228600" lvl="0" marL="457200" rtl="0" algn="l">
              <a:lnSpc>
                <a:spcPct val="100000"/>
              </a:lnSpc>
              <a:spcBef>
                <a:spcPts val="600"/>
              </a:spcBef>
              <a:spcAft>
                <a:spcPts val="0"/>
              </a:spcAft>
              <a:buSzPts val="1976"/>
              <a:buNone/>
            </a:pPr>
            <a:r>
              <a:t/>
            </a:r>
            <a:endParaRPr sz="2400"/>
          </a:p>
          <a:p>
            <a:pPr indent="-228600" lvl="0" marL="457200" rtl="0" algn="l">
              <a:lnSpc>
                <a:spcPct val="100000"/>
              </a:lnSpc>
              <a:spcBef>
                <a:spcPts val="600"/>
              </a:spcBef>
              <a:spcAft>
                <a:spcPts val="0"/>
              </a:spcAft>
              <a:buSzPts val="1976"/>
              <a:buNone/>
            </a:pPr>
            <a:r>
              <a:t/>
            </a:r>
            <a:endParaRPr sz="2400"/>
          </a:p>
          <a:p>
            <a:pPr indent="-228600" lvl="0" marL="457200" rtl="0" algn="l">
              <a:lnSpc>
                <a:spcPct val="100000"/>
              </a:lnSpc>
              <a:spcBef>
                <a:spcPts val="600"/>
              </a:spcBef>
              <a:spcAft>
                <a:spcPts val="0"/>
              </a:spcAft>
              <a:buSzPts val="1976"/>
              <a:buNone/>
            </a:pPr>
            <a:r>
              <a:t/>
            </a:r>
            <a:endParaRPr sz="2400"/>
          </a:p>
        </p:txBody>
      </p:sp>
      <p:sp>
        <p:nvSpPr>
          <p:cNvPr id="434" name="Google Shape;434;p3"/>
          <p:cNvSpPr txBox="1"/>
          <p:nvPr>
            <p:ph type="title"/>
          </p:nvPr>
        </p:nvSpPr>
        <p:spPr>
          <a:xfrm>
            <a:off x="1055440" y="152400"/>
            <a:ext cx="1052696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2"/>
              </a:buClr>
              <a:buSzPts val="1800"/>
              <a:buNone/>
            </a:pPr>
            <a:r>
              <a:rPr lang="en-US"/>
              <a:t>Casos de uso – Definiciones</a:t>
            </a:r>
            <a:endParaRPr/>
          </a:p>
        </p:txBody>
      </p:sp>
      <p:sp>
        <p:nvSpPr>
          <p:cNvPr id="435" name="Google Shape;435;p3"/>
          <p:cNvSpPr txBox="1"/>
          <p:nvPr>
            <p:ph idx="12" type="sldNum"/>
          </p:nvPr>
        </p:nvSpPr>
        <p:spPr>
          <a:xfrm>
            <a:off x="816864" y="6356350"/>
            <a:ext cx="26416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2"/>
              </a:buClr>
              <a:buSzPts val="1400"/>
              <a:buFont typeface="Gill Sans"/>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4"/>
          <p:cNvSpPr txBox="1"/>
          <p:nvPr>
            <p:ph idx="12" type="sldNum"/>
          </p:nvPr>
        </p:nvSpPr>
        <p:spPr>
          <a:xfrm>
            <a:off x="816864" y="6356350"/>
            <a:ext cx="26416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2"/>
              </a:buClr>
              <a:buSzPts val="1400"/>
              <a:buFont typeface="Gill Sans"/>
              <a:buNone/>
            </a:pPr>
            <a:fld id="{00000000-1234-1234-1234-123412341234}" type="slidenum">
              <a:rPr lang="en-US"/>
              <a:t>‹#›</a:t>
            </a:fld>
            <a:endParaRPr/>
          </a:p>
        </p:txBody>
      </p:sp>
      <p:sp>
        <p:nvSpPr>
          <p:cNvPr id="441" name="Google Shape;441;p4"/>
          <p:cNvSpPr txBox="1"/>
          <p:nvPr>
            <p:ph idx="4294967295" type="body"/>
          </p:nvPr>
        </p:nvSpPr>
        <p:spPr>
          <a:xfrm>
            <a:off x="1127448" y="1039813"/>
            <a:ext cx="4104456" cy="576262"/>
          </a:xfrm>
          <a:prstGeom prst="rect">
            <a:avLst/>
          </a:prstGeom>
          <a:noFill/>
          <a:ln>
            <a:noFill/>
          </a:ln>
        </p:spPr>
        <p:txBody>
          <a:bodyPr anchorCtr="0" anchor="t" bIns="45700" lIns="91425" spcFirstLastPara="1" rIns="91425" wrap="square" tIns="45700">
            <a:noAutofit/>
          </a:bodyPr>
          <a:lstStyle/>
          <a:p>
            <a:pPr indent="0" lvl="0" marL="103124" rtl="0" algn="l">
              <a:lnSpc>
                <a:spcPct val="100000"/>
              </a:lnSpc>
              <a:spcBef>
                <a:spcPts val="1200"/>
              </a:spcBef>
              <a:spcAft>
                <a:spcPts val="0"/>
              </a:spcAft>
              <a:buSzPts val="1976"/>
              <a:buNone/>
            </a:pPr>
            <a:r>
              <a:rPr b="1" lang="en-US" sz="2800">
                <a:latin typeface="Calibri"/>
                <a:ea typeface="Calibri"/>
                <a:cs typeface="Calibri"/>
                <a:sym typeface="Calibri"/>
              </a:rPr>
              <a:t>Elementos del diagrama</a:t>
            </a:r>
            <a:endParaRPr sz="2800">
              <a:latin typeface="Calibri"/>
              <a:ea typeface="Calibri"/>
              <a:cs typeface="Calibri"/>
              <a:sym typeface="Calibri"/>
            </a:endParaRPr>
          </a:p>
          <a:p>
            <a:pPr indent="-228600" lvl="0" marL="457200" marR="0" rtl="0" algn="l">
              <a:lnSpc>
                <a:spcPct val="100000"/>
              </a:lnSpc>
              <a:spcBef>
                <a:spcPts val="600"/>
              </a:spcBef>
              <a:spcAft>
                <a:spcPts val="0"/>
              </a:spcAft>
              <a:buClr>
                <a:schemeClr val="accent1"/>
              </a:buClr>
              <a:buSzPts val="1976"/>
              <a:buFont typeface="Noto Sans Symbols"/>
              <a:buNone/>
            </a:pPr>
            <a:r>
              <a:t/>
            </a:r>
            <a:endParaRPr sz="2800">
              <a:latin typeface="Calibri"/>
              <a:ea typeface="Calibri"/>
              <a:cs typeface="Calibri"/>
              <a:sym typeface="Calibri"/>
            </a:endParaRPr>
          </a:p>
          <a:p>
            <a:pPr indent="-228598" lvl="1" marL="914400" rtl="0" algn="l">
              <a:lnSpc>
                <a:spcPct val="100000"/>
              </a:lnSpc>
              <a:spcBef>
                <a:spcPts val="500"/>
              </a:spcBef>
              <a:spcAft>
                <a:spcPts val="0"/>
              </a:spcAft>
              <a:buSzPts val="1748"/>
              <a:buNone/>
            </a:pPr>
            <a:r>
              <a:t/>
            </a:r>
            <a:endParaRPr sz="2400">
              <a:latin typeface="Calibri"/>
              <a:ea typeface="Calibri"/>
              <a:cs typeface="Calibri"/>
              <a:sym typeface="Calibri"/>
            </a:endParaRPr>
          </a:p>
        </p:txBody>
      </p:sp>
      <p:sp>
        <p:nvSpPr>
          <p:cNvPr id="442" name="Google Shape;442;p4"/>
          <p:cNvSpPr/>
          <p:nvPr/>
        </p:nvSpPr>
        <p:spPr>
          <a:xfrm>
            <a:off x="4580889" y="2072085"/>
            <a:ext cx="4525573" cy="4165227"/>
          </a:xfrm>
          <a:prstGeom prst="rect">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43" name="Google Shape;443;p4"/>
          <p:cNvSpPr/>
          <p:nvPr/>
        </p:nvSpPr>
        <p:spPr>
          <a:xfrm>
            <a:off x="4930369" y="5155286"/>
            <a:ext cx="1384943" cy="707002"/>
          </a:xfrm>
          <a:prstGeom prst="ellipse">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Caso de Uso 4</a:t>
            </a:r>
            <a:endParaRPr b="0" i="0" sz="1400" u="none" cap="none" strike="noStrike">
              <a:solidFill>
                <a:srgbClr val="000000"/>
              </a:solidFill>
              <a:latin typeface="Arial"/>
              <a:ea typeface="Arial"/>
              <a:cs typeface="Arial"/>
              <a:sym typeface="Arial"/>
            </a:endParaRPr>
          </a:p>
        </p:txBody>
      </p:sp>
      <p:grpSp>
        <p:nvGrpSpPr>
          <p:cNvPr id="444" name="Google Shape;444;p4"/>
          <p:cNvGrpSpPr/>
          <p:nvPr/>
        </p:nvGrpSpPr>
        <p:grpSpPr>
          <a:xfrm>
            <a:off x="3289473" y="4837325"/>
            <a:ext cx="555354" cy="1022505"/>
            <a:chOff x="1047750" y="2029558"/>
            <a:chExt cx="662940" cy="1220590"/>
          </a:xfrm>
        </p:grpSpPr>
        <p:sp>
          <p:nvSpPr>
            <p:cNvPr id="445" name="Google Shape;445;p4"/>
            <p:cNvSpPr/>
            <p:nvPr/>
          </p:nvSpPr>
          <p:spPr>
            <a:xfrm>
              <a:off x="1215389" y="2029558"/>
              <a:ext cx="337625" cy="337625"/>
            </a:xfrm>
            <a:prstGeom prst="ellipse">
              <a:avLst/>
            </a:prstGeom>
            <a:solidFill>
              <a:srgbClr val="002060"/>
            </a:solidFill>
            <a:ln cap="flat" cmpd="sng" w="25400">
              <a:solidFill>
                <a:srgbClr val="00206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cxnSp>
          <p:nvCxnSpPr>
            <p:cNvPr id="446" name="Google Shape;446;p4"/>
            <p:cNvCxnSpPr/>
            <p:nvPr/>
          </p:nvCxnSpPr>
          <p:spPr>
            <a:xfrm>
              <a:off x="1379220" y="2362200"/>
              <a:ext cx="0" cy="468848"/>
            </a:xfrm>
            <a:prstGeom prst="straightConnector1">
              <a:avLst/>
            </a:prstGeom>
            <a:noFill/>
            <a:ln cap="flat" cmpd="sng" w="19050">
              <a:solidFill>
                <a:srgbClr val="002060"/>
              </a:solidFill>
              <a:prstDash val="solid"/>
              <a:round/>
              <a:headEnd len="sm" w="sm" type="none"/>
              <a:tailEnd len="sm" w="sm" type="none"/>
            </a:ln>
          </p:spPr>
        </p:cxnSp>
        <p:cxnSp>
          <p:nvCxnSpPr>
            <p:cNvPr id="447" name="Google Shape;447;p4"/>
            <p:cNvCxnSpPr/>
            <p:nvPr/>
          </p:nvCxnSpPr>
          <p:spPr>
            <a:xfrm>
              <a:off x="1047750" y="2468880"/>
              <a:ext cx="662940" cy="0"/>
            </a:xfrm>
            <a:prstGeom prst="straightConnector1">
              <a:avLst/>
            </a:prstGeom>
            <a:noFill/>
            <a:ln cap="flat" cmpd="sng" w="19050">
              <a:solidFill>
                <a:srgbClr val="002060"/>
              </a:solidFill>
              <a:prstDash val="solid"/>
              <a:round/>
              <a:headEnd len="sm" w="sm" type="none"/>
              <a:tailEnd len="sm" w="sm" type="none"/>
            </a:ln>
          </p:spPr>
        </p:cxnSp>
        <p:cxnSp>
          <p:nvCxnSpPr>
            <p:cNvPr id="448" name="Google Shape;448;p4"/>
            <p:cNvCxnSpPr/>
            <p:nvPr/>
          </p:nvCxnSpPr>
          <p:spPr>
            <a:xfrm>
              <a:off x="1380987" y="2831048"/>
              <a:ext cx="297180" cy="419100"/>
            </a:xfrm>
            <a:prstGeom prst="straightConnector1">
              <a:avLst/>
            </a:prstGeom>
            <a:noFill/>
            <a:ln cap="flat" cmpd="sng" w="19050">
              <a:solidFill>
                <a:srgbClr val="002060"/>
              </a:solidFill>
              <a:prstDash val="solid"/>
              <a:round/>
              <a:headEnd len="sm" w="sm" type="none"/>
              <a:tailEnd len="sm" w="sm" type="none"/>
            </a:ln>
          </p:spPr>
        </p:cxnSp>
        <p:cxnSp>
          <p:nvCxnSpPr>
            <p:cNvPr id="449" name="Google Shape;449;p4"/>
            <p:cNvCxnSpPr/>
            <p:nvPr/>
          </p:nvCxnSpPr>
          <p:spPr>
            <a:xfrm flipH="1">
              <a:off x="1112520" y="2831048"/>
              <a:ext cx="266700" cy="419100"/>
            </a:xfrm>
            <a:prstGeom prst="straightConnector1">
              <a:avLst/>
            </a:prstGeom>
            <a:noFill/>
            <a:ln cap="flat" cmpd="sng" w="19050">
              <a:solidFill>
                <a:srgbClr val="002060"/>
              </a:solidFill>
              <a:prstDash val="solid"/>
              <a:round/>
              <a:headEnd len="sm" w="sm" type="none"/>
              <a:tailEnd len="sm" w="sm" type="none"/>
            </a:ln>
          </p:spPr>
        </p:cxnSp>
      </p:grpSp>
      <p:sp>
        <p:nvSpPr>
          <p:cNvPr id="450" name="Google Shape;450;p4"/>
          <p:cNvSpPr txBox="1"/>
          <p:nvPr/>
        </p:nvSpPr>
        <p:spPr>
          <a:xfrm rot="-564243">
            <a:off x="6347508" y="5255644"/>
            <a:ext cx="135255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&lt;Extend&gt;</a:t>
            </a:r>
            <a:endParaRPr b="0" i="0" sz="1400" u="none" cap="none" strike="noStrike">
              <a:solidFill>
                <a:srgbClr val="000000"/>
              </a:solidFill>
              <a:latin typeface="Arial"/>
              <a:ea typeface="Arial"/>
              <a:cs typeface="Arial"/>
              <a:sym typeface="Arial"/>
            </a:endParaRPr>
          </a:p>
        </p:txBody>
      </p:sp>
      <p:cxnSp>
        <p:nvCxnSpPr>
          <p:cNvPr id="451" name="Google Shape;451;p4"/>
          <p:cNvCxnSpPr/>
          <p:nvPr/>
        </p:nvCxnSpPr>
        <p:spPr>
          <a:xfrm>
            <a:off x="3844968" y="5507643"/>
            <a:ext cx="1020568" cy="1100"/>
          </a:xfrm>
          <a:prstGeom prst="straightConnector1">
            <a:avLst/>
          </a:prstGeom>
          <a:noFill/>
          <a:ln cap="flat" cmpd="sng" w="25400">
            <a:solidFill>
              <a:srgbClr val="C00000"/>
            </a:solidFill>
            <a:prstDash val="solid"/>
            <a:round/>
            <a:headEnd len="sm" w="sm" type="none"/>
            <a:tailEnd len="lg" w="lg" type="triangle"/>
          </a:ln>
          <a:effectLst>
            <a:outerShdw blurRad="40000" rotWithShape="0" dir="5400000" dist="20000">
              <a:srgbClr val="000000">
                <a:alpha val="36470"/>
              </a:srgbClr>
            </a:outerShdw>
          </a:effectLst>
        </p:spPr>
      </p:cxnSp>
      <p:cxnSp>
        <p:nvCxnSpPr>
          <p:cNvPr id="452" name="Google Shape;452;p4"/>
          <p:cNvCxnSpPr/>
          <p:nvPr/>
        </p:nvCxnSpPr>
        <p:spPr>
          <a:xfrm flipH="1">
            <a:off x="6334051" y="5149341"/>
            <a:ext cx="1149607" cy="163022"/>
          </a:xfrm>
          <a:prstGeom prst="straightConnector1">
            <a:avLst/>
          </a:prstGeom>
          <a:noFill/>
          <a:ln cap="flat" cmpd="sng" w="25400">
            <a:solidFill>
              <a:srgbClr val="C00000"/>
            </a:solidFill>
            <a:prstDash val="solid"/>
            <a:round/>
            <a:headEnd len="sm" w="sm" type="none"/>
            <a:tailEnd len="lg" w="lg" type="triangle"/>
          </a:ln>
          <a:effectLst>
            <a:outerShdw blurRad="40000" rotWithShape="0" dir="5400000" dist="20000">
              <a:srgbClr val="000000">
                <a:alpha val="36470"/>
              </a:srgbClr>
            </a:outerShdw>
          </a:effectLst>
        </p:spPr>
      </p:cxnSp>
      <p:cxnSp>
        <p:nvCxnSpPr>
          <p:cNvPr id="453" name="Google Shape;453;p4"/>
          <p:cNvCxnSpPr/>
          <p:nvPr/>
        </p:nvCxnSpPr>
        <p:spPr>
          <a:xfrm>
            <a:off x="8978896" y="3082282"/>
            <a:ext cx="774345" cy="362050"/>
          </a:xfrm>
          <a:prstGeom prst="straightConnector1">
            <a:avLst/>
          </a:prstGeom>
          <a:noFill/>
          <a:ln cap="flat" cmpd="sng" w="25400">
            <a:solidFill>
              <a:srgbClr val="C00000"/>
            </a:solidFill>
            <a:prstDash val="solid"/>
            <a:round/>
            <a:headEnd len="sm" w="sm" type="none"/>
            <a:tailEnd len="sm" w="sm" type="none"/>
          </a:ln>
          <a:effectLst>
            <a:outerShdw blurRad="40000" rotWithShape="0" dir="5400000" dist="20000">
              <a:srgbClr val="000000">
                <a:alpha val="36470"/>
              </a:srgbClr>
            </a:outerShdw>
          </a:effectLst>
        </p:spPr>
      </p:cxnSp>
      <p:sp>
        <p:nvSpPr>
          <p:cNvPr id="454" name="Google Shape;454;p4"/>
          <p:cNvSpPr txBox="1"/>
          <p:nvPr/>
        </p:nvSpPr>
        <p:spPr>
          <a:xfrm>
            <a:off x="2876059" y="5867979"/>
            <a:ext cx="1427347"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Actor 2</a:t>
            </a:r>
            <a:endParaRPr b="0" i="0" sz="1400" u="none" cap="none" strike="noStrike">
              <a:solidFill>
                <a:srgbClr val="000000"/>
              </a:solidFill>
              <a:latin typeface="Arial"/>
              <a:ea typeface="Arial"/>
              <a:cs typeface="Arial"/>
              <a:sym typeface="Arial"/>
            </a:endParaRPr>
          </a:p>
        </p:txBody>
      </p:sp>
      <p:sp>
        <p:nvSpPr>
          <p:cNvPr id="455" name="Google Shape;455;p4"/>
          <p:cNvSpPr txBox="1"/>
          <p:nvPr/>
        </p:nvSpPr>
        <p:spPr>
          <a:xfrm>
            <a:off x="9277165" y="3807448"/>
            <a:ext cx="1427347"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Actor 3</a:t>
            </a:r>
            <a:endParaRPr b="0" i="0" sz="1400" u="none" cap="none" strike="noStrike">
              <a:solidFill>
                <a:srgbClr val="000000"/>
              </a:solidFill>
              <a:latin typeface="Arial"/>
              <a:ea typeface="Arial"/>
              <a:cs typeface="Arial"/>
              <a:sym typeface="Arial"/>
            </a:endParaRPr>
          </a:p>
        </p:txBody>
      </p:sp>
      <p:grpSp>
        <p:nvGrpSpPr>
          <p:cNvPr id="456" name="Google Shape;456;p4"/>
          <p:cNvGrpSpPr/>
          <p:nvPr/>
        </p:nvGrpSpPr>
        <p:grpSpPr>
          <a:xfrm>
            <a:off x="9713161" y="2803624"/>
            <a:ext cx="555354" cy="1022505"/>
            <a:chOff x="1047750" y="2029558"/>
            <a:chExt cx="662940" cy="1220590"/>
          </a:xfrm>
        </p:grpSpPr>
        <p:sp>
          <p:nvSpPr>
            <p:cNvPr id="457" name="Google Shape;457;p4"/>
            <p:cNvSpPr/>
            <p:nvPr/>
          </p:nvSpPr>
          <p:spPr>
            <a:xfrm>
              <a:off x="1215389" y="2029558"/>
              <a:ext cx="337625" cy="337625"/>
            </a:xfrm>
            <a:prstGeom prst="ellipse">
              <a:avLst/>
            </a:prstGeom>
            <a:solidFill>
              <a:srgbClr val="002060"/>
            </a:solidFill>
            <a:ln cap="flat" cmpd="sng" w="25400">
              <a:solidFill>
                <a:srgbClr val="00206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cxnSp>
          <p:nvCxnSpPr>
            <p:cNvPr id="458" name="Google Shape;458;p4"/>
            <p:cNvCxnSpPr/>
            <p:nvPr/>
          </p:nvCxnSpPr>
          <p:spPr>
            <a:xfrm>
              <a:off x="1379220" y="2362200"/>
              <a:ext cx="0" cy="468848"/>
            </a:xfrm>
            <a:prstGeom prst="straightConnector1">
              <a:avLst/>
            </a:prstGeom>
            <a:noFill/>
            <a:ln cap="flat" cmpd="sng" w="19050">
              <a:solidFill>
                <a:srgbClr val="002060"/>
              </a:solidFill>
              <a:prstDash val="solid"/>
              <a:round/>
              <a:headEnd len="sm" w="sm" type="none"/>
              <a:tailEnd len="sm" w="sm" type="none"/>
            </a:ln>
          </p:spPr>
        </p:cxnSp>
        <p:cxnSp>
          <p:nvCxnSpPr>
            <p:cNvPr id="459" name="Google Shape;459;p4"/>
            <p:cNvCxnSpPr/>
            <p:nvPr/>
          </p:nvCxnSpPr>
          <p:spPr>
            <a:xfrm>
              <a:off x="1047750" y="2468880"/>
              <a:ext cx="662940" cy="0"/>
            </a:xfrm>
            <a:prstGeom prst="straightConnector1">
              <a:avLst/>
            </a:prstGeom>
            <a:noFill/>
            <a:ln cap="flat" cmpd="sng" w="19050">
              <a:solidFill>
                <a:srgbClr val="002060"/>
              </a:solidFill>
              <a:prstDash val="solid"/>
              <a:round/>
              <a:headEnd len="sm" w="sm" type="none"/>
              <a:tailEnd len="sm" w="sm" type="none"/>
            </a:ln>
          </p:spPr>
        </p:cxnSp>
        <p:cxnSp>
          <p:nvCxnSpPr>
            <p:cNvPr id="460" name="Google Shape;460;p4"/>
            <p:cNvCxnSpPr/>
            <p:nvPr/>
          </p:nvCxnSpPr>
          <p:spPr>
            <a:xfrm>
              <a:off x="1380987" y="2831048"/>
              <a:ext cx="297180" cy="419100"/>
            </a:xfrm>
            <a:prstGeom prst="straightConnector1">
              <a:avLst/>
            </a:prstGeom>
            <a:noFill/>
            <a:ln cap="flat" cmpd="sng" w="19050">
              <a:solidFill>
                <a:srgbClr val="002060"/>
              </a:solidFill>
              <a:prstDash val="solid"/>
              <a:round/>
              <a:headEnd len="sm" w="sm" type="none"/>
              <a:tailEnd len="sm" w="sm" type="none"/>
            </a:ln>
          </p:spPr>
        </p:cxnSp>
        <p:cxnSp>
          <p:nvCxnSpPr>
            <p:cNvPr id="461" name="Google Shape;461;p4"/>
            <p:cNvCxnSpPr/>
            <p:nvPr/>
          </p:nvCxnSpPr>
          <p:spPr>
            <a:xfrm flipH="1">
              <a:off x="1112520" y="2831048"/>
              <a:ext cx="266700" cy="419100"/>
            </a:xfrm>
            <a:prstGeom prst="straightConnector1">
              <a:avLst/>
            </a:prstGeom>
            <a:noFill/>
            <a:ln cap="flat" cmpd="sng" w="19050">
              <a:solidFill>
                <a:srgbClr val="002060"/>
              </a:solidFill>
              <a:prstDash val="solid"/>
              <a:round/>
              <a:headEnd len="sm" w="sm" type="none"/>
              <a:tailEnd len="sm" w="sm" type="none"/>
            </a:ln>
          </p:spPr>
        </p:cxnSp>
      </p:grpSp>
      <p:grpSp>
        <p:nvGrpSpPr>
          <p:cNvPr id="462" name="Google Shape;462;p4"/>
          <p:cNvGrpSpPr/>
          <p:nvPr/>
        </p:nvGrpSpPr>
        <p:grpSpPr>
          <a:xfrm>
            <a:off x="3341012" y="2216907"/>
            <a:ext cx="555354" cy="1022505"/>
            <a:chOff x="1047750" y="2029558"/>
            <a:chExt cx="662940" cy="1220590"/>
          </a:xfrm>
        </p:grpSpPr>
        <p:sp>
          <p:nvSpPr>
            <p:cNvPr id="463" name="Google Shape;463;p4"/>
            <p:cNvSpPr/>
            <p:nvPr/>
          </p:nvSpPr>
          <p:spPr>
            <a:xfrm>
              <a:off x="1215389" y="2029558"/>
              <a:ext cx="337625" cy="337625"/>
            </a:xfrm>
            <a:prstGeom prst="ellipse">
              <a:avLst/>
            </a:prstGeom>
            <a:solidFill>
              <a:srgbClr val="002060"/>
            </a:solidFill>
            <a:ln cap="flat" cmpd="sng" w="25400">
              <a:solidFill>
                <a:srgbClr val="00206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cxnSp>
          <p:nvCxnSpPr>
            <p:cNvPr id="464" name="Google Shape;464;p4"/>
            <p:cNvCxnSpPr/>
            <p:nvPr/>
          </p:nvCxnSpPr>
          <p:spPr>
            <a:xfrm>
              <a:off x="1379220" y="2362200"/>
              <a:ext cx="0" cy="468848"/>
            </a:xfrm>
            <a:prstGeom prst="straightConnector1">
              <a:avLst/>
            </a:prstGeom>
            <a:noFill/>
            <a:ln cap="flat" cmpd="sng" w="19050">
              <a:solidFill>
                <a:srgbClr val="002060"/>
              </a:solidFill>
              <a:prstDash val="solid"/>
              <a:round/>
              <a:headEnd len="sm" w="sm" type="none"/>
              <a:tailEnd len="sm" w="sm" type="none"/>
            </a:ln>
          </p:spPr>
        </p:cxnSp>
        <p:cxnSp>
          <p:nvCxnSpPr>
            <p:cNvPr id="465" name="Google Shape;465;p4"/>
            <p:cNvCxnSpPr/>
            <p:nvPr/>
          </p:nvCxnSpPr>
          <p:spPr>
            <a:xfrm>
              <a:off x="1047750" y="2468880"/>
              <a:ext cx="662940" cy="0"/>
            </a:xfrm>
            <a:prstGeom prst="straightConnector1">
              <a:avLst/>
            </a:prstGeom>
            <a:noFill/>
            <a:ln cap="flat" cmpd="sng" w="19050">
              <a:solidFill>
                <a:srgbClr val="002060"/>
              </a:solidFill>
              <a:prstDash val="solid"/>
              <a:round/>
              <a:headEnd len="sm" w="sm" type="none"/>
              <a:tailEnd len="sm" w="sm" type="none"/>
            </a:ln>
          </p:spPr>
        </p:cxnSp>
        <p:cxnSp>
          <p:nvCxnSpPr>
            <p:cNvPr id="466" name="Google Shape;466;p4"/>
            <p:cNvCxnSpPr/>
            <p:nvPr/>
          </p:nvCxnSpPr>
          <p:spPr>
            <a:xfrm>
              <a:off x="1380987" y="2831048"/>
              <a:ext cx="297180" cy="419100"/>
            </a:xfrm>
            <a:prstGeom prst="straightConnector1">
              <a:avLst/>
            </a:prstGeom>
            <a:noFill/>
            <a:ln cap="flat" cmpd="sng" w="19050">
              <a:solidFill>
                <a:srgbClr val="002060"/>
              </a:solidFill>
              <a:prstDash val="solid"/>
              <a:round/>
              <a:headEnd len="sm" w="sm" type="none"/>
              <a:tailEnd len="sm" w="sm" type="none"/>
            </a:ln>
          </p:spPr>
        </p:cxnSp>
        <p:cxnSp>
          <p:nvCxnSpPr>
            <p:cNvPr id="467" name="Google Shape;467;p4"/>
            <p:cNvCxnSpPr/>
            <p:nvPr/>
          </p:nvCxnSpPr>
          <p:spPr>
            <a:xfrm flipH="1">
              <a:off x="1112520" y="2831048"/>
              <a:ext cx="266700" cy="419100"/>
            </a:xfrm>
            <a:prstGeom prst="straightConnector1">
              <a:avLst/>
            </a:prstGeom>
            <a:noFill/>
            <a:ln cap="flat" cmpd="sng" w="19050">
              <a:solidFill>
                <a:srgbClr val="002060"/>
              </a:solidFill>
              <a:prstDash val="solid"/>
              <a:round/>
              <a:headEnd len="sm" w="sm" type="none"/>
              <a:tailEnd len="sm" w="sm" type="none"/>
            </a:ln>
          </p:spPr>
        </p:cxnSp>
      </p:grpSp>
      <p:sp>
        <p:nvSpPr>
          <p:cNvPr id="468" name="Google Shape;468;p4"/>
          <p:cNvSpPr txBox="1"/>
          <p:nvPr/>
        </p:nvSpPr>
        <p:spPr>
          <a:xfrm>
            <a:off x="2915944" y="3239400"/>
            <a:ext cx="1427347"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Actor 1</a:t>
            </a:r>
            <a:endParaRPr b="0" i="0" sz="1400" u="none" cap="none" strike="noStrike">
              <a:solidFill>
                <a:srgbClr val="000000"/>
              </a:solidFill>
              <a:latin typeface="Arial"/>
              <a:ea typeface="Arial"/>
              <a:cs typeface="Arial"/>
              <a:sym typeface="Arial"/>
            </a:endParaRPr>
          </a:p>
        </p:txBody>
      </p:sp>
      <p:sp>
        <p:nvSpPr>
          <p:cNvPr id="469" name="Google Shape;469;p4"/>
          <p:cNvSpPr/>
          <p:nvPr/>
        </p:nvSpPr>
        <p:spPr>
          <a:xfrm>
            <a:off x="4858564" y="2215319"/>
            <a:ext cx="1445790" cy="707002"/>
          </a:xfrm>
          <a:prstGeom prst="ellipse">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Caso de Uso 1</a:t>
            </a:r>
            <a:endParaRPr b="0" i="0" sz="1400" u="none" cap="none" strike="noStrike">
              <a:solidFill>
                <a:srgbClr val="000000"/>
              </a:solidFill>
              <a:latin typeface="Arial"/>
              <a:ea typeface="Arial"/>
              <a:cs typeface="Arial"/>
              <a:sym typeface="Arial"/>
            </a:endParaRPr>
          </a:p>
        </p:txBody>
      </p:sp>
      <p:sp>
        <p:nvSpPr>
          <p:cNvPr id="470" name="Google Shape;470;p4"/>
          <p:cNvSpPr/>
          <p:nvPr/>
        </p:nvSpPr>
        <p:spPr>
          <a:xfrm>
            <a:off x="4930368" y="3090831"/>
            <a:ext cx="1397196" cy="707002"/>
          </a:xfrm>
          <a:prstGeom prst="ellipse">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Caso de Uso 2</a:t>
            </a:r>
            <a:endParaRPr b="0" i="0" sz="1400" u="none" cap="none" strike="noStrike">
              <a:solidFill>
                <a:srgbClr val="000000"/>
              </a:solidFill>
              <a:latin typeface="Arial"/>
              <a:ea typeface="Arial"/>
              <a:cs typeface="Arial"/>
              <a:sym typeface="Arial"/>
            </a:endParaRPr>
          </a:p>
        </p:txBody>
      </p:sp>
      <p:sp>
        <p:nvSpPr>
          <p:cNvPr id="471" name="Google Shape;471;p4"/>
          <p:cNvSpPr/>
          <p:nvPr/>
        </p:nvSpPr>
        <p:spPr>
          <a:xfrm>
            <a:off x="7545203" y="2622672"/>
            <a:ext cx="1410482" cy="707002"/>
          </a:xfrm>
          <a:prstGeom prst="ellipse">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Caso de Uso 5</a:t>
            </a:r>
            <a:endParaRPr b="0" i="0" sz="1400" u="none" cap="none" strike="noStrike">
              <a:solidFill>
                <a:srgbClr val="000000"/>
              </a:solidFill>
              <a:latin typeface="Arial"/>
              <a:ea typeface="Arial"/>
              <a:cs typeface="Arial"/>
              <a:sym typeface="Arial"/>
            </a:endParaRPr>
          </a:p>
        </p:txBody>
      </p:sp>
      <p:sp>
        <p:nvSpPr>
          <p:cNvPr id="472" name="Google Shape;472;p4"/>
          <p:cNvSpPr/>
          <p:nvPr/>
        </p:nvSpPr>
        <p:spPr>
          <a:xfrm>
            <a:off x="7530529" y="4664372"/>
            <a:ext cx="1431916" cy="707002"/>
          </a:xfrm>
          <a:prstGeom prst="ellipse">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Caso de Uso 6</a:t>
            </a:r>
            <a:endParaRPr b="0" i="0" sz="1400" u="none" cap="none" strike="noStrike">
              <a:solidFill>
                <a:srgbClr val="000000"/>
              </a:solidFill>
              <a:latin typeface="Arial"/>
              <a:ea typeface="Arial"/>
              <a:cs typeface="Arial"/>
              <a:sym typeface="Arial"/>
            </a:endParaRPr>
          </a:p>
        </p:txBody>
      </p:sp>
      <p:sp>
        <p:nvSpPr>
          <p:cNvPr id="473" name="Google Shape;473;p4"/>
          <p:cNvSpPr/>
          <p:nvPr/>
        </p:nvSpPr>
        <p:spPr>
          <a:xfrm>
            <a:off x="4980911" y="3922125"/>
            <a:ext cx="1431656" cy="707002"/>
          </a:xfrm>
          <a:prstGeom prst="ellipse">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Caso de Uso 3</a:t>
            </a:r>
            <a:endParaRPr b="0" i="0" sz="1400" u="none" cap="none" strike="noStrike">
              <a:solidFill>
                <a:srgbClr val="000000"/>
              </a:solidFill>
              <a:latin typeface="Arial"/>
              <a:ea typeface="Arial"/>
              <a:cs typeface="Arial"/>
              <a:sym typeface="Arial"/>
            </a:endParaRPr>
          </a:p>
        </p:txBody>
      </p:sp>
      <p:cxnSp>
        <p:nvCxnSpPr>
          <p:cNvPr id="474" name="Google Shape;474;p4"/>
          <p:cNvCxnSpPr/>
          <p:nvPr/>
        </p:nvCxnSpPr>
        <p:spPr>
          <a:xfrm>
            <a:off x="6412567" y="2642127"/>
            <a:ext cx="964392" cy="161496"/>
          </a:xfrm>
          <a:prstGeom prst="straightConnector1">
            <a:avLst/>
          </a:prstGeom>
          <a:noFill/>
          <a:ln cap="flat" cmpd="sng" w="25400">
            <a:solidFill>
              <a:srgbClr val="C00000"/>
            </a:solidFill>
            <a:prstDash val="solid"/>
            <a:round/>
            <a:headEnd len="sm" w="sm" type="none"/>
            <a:tailEnd len="lg" w="lg" type="triangle"/>
          </a:ln>
          <a:effectLst>
            <a:outerShdw blurRad="40000" rotWithShape="0" dir="5400000" dist="20000">
              <a:srgbClr val="000000">
                <a:alpha val="36470"/>
              </a:srgbClr>
            </a:outerShdw>
          </a:effectLst>
        </p:spPr>
      </p:cxnSp>
      <p:cxnSp>
        <p:nvCxnSpPr>
          <p:cNvPr id="475" name="Google Shape;475;p4"/>
          <p:cNvCxnSpPr/>
          <p:nvPr/>
        </p:nvCxnSpPr>
        <p:spPr>
          <a:xfrm flipH="1" rot="10800000">
            <a:off x="6463388" y="3171650"/>
            <a:ext cx="999364" cy="272683"/>
          </a:xfrm>
          <a:prstGeom prst="straightConnector1">
            <a:avLst/>
          </a:prstGeom>
          <a:noFill/>
          <a:ln cap="flat" cmpd="sng" w="25400">
            <a:solidFill>
              <a:srgbClr val="C00000"/>
            </a:solidFill>
            <a:prstDash val="solid"/>
            <a:round/>
            <a:headEnd len="sm" w="sm" type="none"/>
            <a:tailEnd len="lg" w="lg" type="triangle"/>
          </a:ln>
          <a:effectLst>
            <a:outerShdw blurRad="40000" rotWithShape="0" dir="5400000" dist="20000">
              <a:srgbClr val="000000">
                <a:alpha val="36470"/>
              </a:srgbClr>
            </a:outerShdw>
          </a:effectLst>
        </p:spPr>
      </p:cxnSp>
      <p:sp>
        <p:nvSpPr>
          <p:cNvPr id="476" name="Google Shape;476;p4"/>
          <p:cNvSpPr txBox="1"/>
          <p:nvPr/>
        </p:nvSpPr>
        <p:spPr>
          <a:xfrm rot="-898027">
            <a:off x="6497903" y="3323398"/>
            <a:ext cx="135255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&lt;Uses&gt;</a:t>
            </a:r>
            <a:endParaRPr b="0" i="0" sz="1400" u="none" cap="none" strike="noStrike">
              <a:solidFill>
                <a:srgbClr val="000000"/>
              </a:solidFill>
              <a:latin typeface="Arial"/>
              <a:ea typeface="Arial"/>
              <a:cs typeface="Arial"/>
              <a:sym typeface="Arial"/>
            </a:endParaRPr>
          </a:p>
        </p:txBody>
      </p:sp>
      <p:sp>
        <p:nvSpPr>
          <p:cNvPr id="477" name="Google Shape;477;p4"/>
          <p:cNvSpPr txBox="1"/>
          <p:nvPr/>
        </p:nvSpPr>
        <p:spPr>
          <a:xfrm rot="638901">
            <a:off x="6485866" y="2359911"/>
            <a:ext cx="135255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&lt;Uses&gt;</a:t>
            </a:r>
            <a:endParaRPr b="0" i="0" sz="1400" u="none" cap="none" strike="noStrike">
              <a:solidFill>
                <a:srgbClr val="000000"/>
              </a:solidFill>
              <a:latin typeface="Arial"/>
              <a:ea typeface="Arial"/>
              <a:cs typeface="Arial"/>
              <a:sym typeface="Arial"/>
            </a:endParaRPr>
          </a:p>
        </p:txBody>
      </p:sp>
      <p:cxnSp>
        <p:nvCxnSpPr>
          <p:cNvPr id="478" name="Google Shape;478;p4"/>
          <p:cNvCxnSpPr/>
          <p:nvPr/>
        </p:nvCxnSpPr>
        <p:spPr>
          <a:xfrm flipH="1" rot="10800000">
            <a:off x="3896173" y="2622673"/>
            <a:ext cx="833674" cy="103141"/>
          </a:xfrm>
          <a:prstGeom prst="straightConnector1">
            <a:avLst/>
          </a:prstGeom>
          <a:noFill/>
          <a:ln cap="flat" cmpd="sng" w="25400">
            <a:solidFill>
              <a:srgbClr val="C00000"/>
            </a:solidFill>
            <a:prstDash val="solid"/>
            <a:round/>
            <a:headEnd len="sm" w="sm" type="none"/>
            <a:tailEnd len="lg" w="lg" type="triangle"/>
          </a:ln>
          <a:effectLst>
            <a:outerShdw blurRad="40000" rotWithShape="0" dir="5400000" dist="20000">
              <a:srgbClr val="000000">
                <a:alpha val="36470"/>
              </a:srgbClr>
            </a:outerShdw>
          </a:effectLst>
        </p:spPr>
      </p:cxnSp>
      <p:cxnSp>
        <p:nvCxnSpPr>
          <p:cNvPr id="479" name="Google Shape;479;p4"/>
          <p:cNvCxnSpPr/>
          <p:nvPr/>
        </p:nvCxnSpPr>
        <p:spPr>
          <a:xfrm>
            <a:off x="3919930" y="2991865"/>
            <a:ext cx="945607" cy="205682"/>
          </a:xfrm>
          <a:prstGeom prst="straightConnector1">
            <a:avLst/>
          </a:prstGeom>
          <a:noFill/>
          <a:ln cap="flat" cmpd="sng" w="25400">
            <a:solidFill>
              <a:srgbClr val="C00000"/>
            </a:solidFill>
            <a:prstDash val="solid"/>
            <a:round/>
            <a:headEnd len="sm" w="sm" type="none"/>
            <a:tailEnd len="lg" w="lg" type="triangle"/>
          </a:ln>
          <a:effectLst>
            <a:outerShdw blurRad="40000" rotWithShape="0" dir="5400000" dist="20000">
              <a:srgbClr val="000000">
                <a:alpha val="36470"/>
              </a:srgbClr>
            </a:outerShdw>
          </a:effectLst>
        </p:spPr>
      </p:cxnSp>
      <p:cxnSp>
        <p:nvCxnSpPr>
          <p:cNvPr id="480" name="Google Shape;480;p4"/>
          <p:cNvCxnSpPr/>
          <p:nvPr/>
        </p:nvCxnSpPr>
        <p:spPr>
          <a:xfrm>
            <a:off x="3970738" y="3197547"/>
            <a:ext cx="907551" cy="842466"/>
          </a:xfrm>
          <a:prstGeom prst="straightConnector1">
            <a:avLst/>
          </a:prstGeom>
          <a:noFill/>
          <a:ln cap="flat" cmpd="sng" w="25400">
            <a:solidFill>
              <a:srgbClr val="C00000"/>
            </a:solidFill>
            <a:prstDash val="solid"/>
            <a:round/>
            <a:headEnd len="sm" w="sm" type="none"/>
            <a:tailEnd len="lg" w="lg" type="triangle"/>
          </a:ln>
          <a:effectLst>
            <a:outerShdw blurRad="40000" rotWithShape="0" dir="5400000" dist="20000">
              <a:srgbClr val="000000">
                <a:alpha val="36470"/>
              </a:srgbClr>
            </a:outerShdw>
          </a:effectLst>
        </p:spPr>
      </p:cxnSp>
      <p:sp>
        <p:nvSpPr>
          <p:cNvPr id="481" name="Google Shape;481;p4"/>
          <p:cNvSpPr/>
          <p:nvPr/>
        </p:nvSpPr>
        <p:spPr>
          <a:xfrm rot="10800000">
            <a:off x="3465379" y="3616113"/>
            <a:ext cx="231132" cy="1102520"/>
          </a:xfrm>
          <a:prstGeom prst="downArrow">
            <a:avLst>
              <a:gd fmla="val 8790" name="adj1"/>
              <a:gd fmla="val 95438" name="adj2"/>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482" name="Google Shape;482;p4"/>
          <p:cNvCxnSpPr/>
          <p:nvPr/>
        </p:nvCxnSpPr>
        <p:spPr>
          <a:xfrm flipH="1" rot="10800000">
            <a:off x="3849877" y="4880396"/>
            <a:ext cx="3672408" cy="432048"/>
          </a:xfrm>
          <a:prstGeom prst="straightConnector1">
            <a:avLst/>
          </a:prstGeom>
          <a:noFill/>
          <a:ln cap="flat" cmpd="sng" w="25400">
            <a:solidFill>
              <a:srgbClr val="C00000"/>
            </a:solidFill>
            <a:prstDash val="solid"/>
            <a:round/>
            <a:headEnd len="sm" w="sm" type="none"/>
            <a:tailEnd len="sm" w="sm" type="none"/>
          </a:ln>
          <a:effectLst>
            <a:outerShdw blurRad="40000" rotWithShape="0" dir="5400000" dist="20000">
              <a:srgbClr val="000000">
                <a:alpha val="36470"/>
              </a:srgbClr>
            </a:outerShdw>
          </a:effectLst>
        </p:spPr>
      </p:cxnSp>
      <p:sp>
        <p:nvSpPr>
          <p:cNvPr id="483" name="Google Shape;483;p4"/>
          <p:cNvSpPr/>
          <p:nvPr/>
        </p:nvSpPr>
        <p:spPr>
          <a:xfrm>
            <a:off x="1950389" y="4029889"/>
            <a:ext cx="1359391" cy="408336"/>
          </a:xfrm>
          <a:prstGeom prst="rect">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Jerarquía</a:t>
            </a:r>
            <a:endParaRPr b="0" i="0" sz="1400" u="none" cap="none" strike="noStrike">
              <a:solidFill>
                <a:srgbClr val="000000"/>
              </a:solidFill>
              <a:latin typeface="Arial"/>
              <a:ea typeface="Arial"/>
              <a:cs typeface="Arial"/>
              <a:sym typeface="Arial"/>
            </a:endParaRPr>
          </a:p>
        </p:txBody>
      </p:sp>
      <p:sp>
        <p:nvSpPr>
          <p:cNvPr id="484" name="Google Shape;484;p4"/>
          <p:cNvSpPr txBox="1"/>
          <p:nvPr>
            <p:ph type="title"/>
          </p:nvPr>
        </p:nvSpPr>
        <p:spPr>
          <a:xfrm>
            <a:off x="1055440" y="152400"/>
            <a:ext cx="1052696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2"/>
              </a:buClr>
              <a:buSzPts val="1800"/>
              <a:buNone/>
            </a:pPr>
            <a:r>
              <a:rPr lang="en-US"/>
              <a:t>Casos de uso – Definiciones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5"/>
          <p:cNvSpPr txBox="1"/>
          <p:nvPr>
            <p:ph type="title"/>
          </p:nvPr>
        </p:nvSpPr>
        <p:spPr>
          <a:xfrm>
            <a:off x="1487488" y="228600"/>
            <a:ext cx="10094912" cy="914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1800"/>
              <a:buNone/>
            </a:pPr>
            <a:r>
              <a:rPr lang="en-US"/>
              <a:t>Casos de uso – Definiciones - Escenarios</a:t>
            </a:r>
            <a:endParaRPr/>
          </a:p>
        </p:txBody>
      </p:sp>
      <p:sp>
        <p:nvSpPr>
          <p:cNvPr id="490" name="Google Shape;490;p5"/>
          <p:cNvSpPr txBox="1"/>
          <p:nvPr>
            <p:ph idx="12" type="sldNum"/>
          </p:nvPr>
        </p:nvSpPr>
        <p:spPr>
          <a:xfrm>
            <a:off x="816864" y="6356350"/>
            <a:ext cx="26416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2"/>
              </a:buClr>
              <a:buSzPts val="1400"/>
              <a:buFont typeface="Gill Sans"/>
              <a:buNone/>
            </a:pPr>
            <a:fld id="{00000000-1234-1234-1234-123412341234}" type="slidenum">
              <a:rPr lang="en-US"/>
              <a:t>‹#›</a:t>
            </a:fld>
            <a:endParaRPr/>
          </a:p>
        </p:txBody>
      </p:sp>
      <p:graphicFrame>
        <p:nvGraphicFramePr>
          <p:cNvPr id="491" name="Google Shape;491;p5"/>
          <p:cNvGraphicFramePr/>
          <p:nvPr/>
        </p:nvGraphicFramePr>
        <p:xfrm>
          <a:off x="1055439" y="1302569"/>
          <a:ext cx="3000000" cy="3000000"/>
        </p:xfrm>
        <a:graphic>
          <a:graphicData uri="http://schemas.openxmlformats.org/drawingml/2006/table">
            <a:tbl>
              <a:tblPr>
                <a:noFill/>
                <a:tableStyleId>{04758DC2-2E3A-4E79-85B8-3D089E123D0C}</a:tableStyleId>
              </a:tblPr>
              <a:tblGrid>
                <a:gridCol w="2440700"/>
                <a:gridCol w="3895175"/>
                <a:gridCol w="3601250"/>
              </a:tblGrid>
              <a:tr h="310200">
                <a:tc>
                  <a:txBody>
                    <a:bodyPr/>
                    <a:lstStyle/>
                    <a:p>
                      <a:pPr indent="0" lvl="0" marL="0" marR="0" rtl="0" algn="just">
                        <a:lnSpc>
                          <a:spcPct val="100000"/>
                        </a:lnSpc>
                        <a:spcBef>
                          <a:spcPts val="0"/>
                        </a:spcBef>
                        <a:spcAft>
                          <a:spcPts val="0"/>
                        </a:spcAft>
                        <a:buClr>
                          <a:srgbClr val="000000"/>
                        </a:buClr>
                        <a:buSzPts val="1300"/>
                        <a:buFont typeface="Arial"/>
                        <a:buNone/>
                      </a:pPr>
                      <a:r>
                        <a:rPr b="1" lang="en-US" sz="1300" u="none" cap="none" strike="noStrike">
                          <a:latin typeface="Verdana"/>
                          <a:ea typeface="Verdana"/>
                          <a:cs typeface="Verdana"/>
                          <a:sym typeface="Verdana"/>
                        </a:rPr>
                        <a:t>Nombre del caso de uso:</a:t>
                      </a:r>
                      <a:r>
                        <a:rPr lang="en-US" sz="1300" u="none" cap="none" strike="noStrike">
                          <a:latin typeface="Times New Roman"/>
                          <a:ea typeface="Times New Roman"/>
                          <a:cs typeface="Times New Roman"/>
                          <a:sym typeface="Times New Roman"/>
                        </a:rPr>
                        <a:t> </a:t>
                      </a:r>
                      <a:endParaRPr sz="1300" u="none" cap="none" strike="noStrike">
                        <a:latin typeface="Times New Roman"/>
                        <a:ea typeface="Times New Roman"/>
                        <a:cs typeface="Times New Roman"/>
                        <a:sym typeface="Times New Roman"/>
                      </a:endParaRPr>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gridSpan="2">
                  <a:txBody>
                    <a:bodyPr/>
                    <a:lstStyle/>
                    <a:p>
                      <a:pPr indent="0" lvl="0" marL="0" marR="0" rtl="0" algn="just">
                        <a:lnSpc>
                          <a:spcPct val="100000"/>
                        </a:lnSpc>
                        <a:spcBef>
                          <a:spcPts val="0"/>
                        </a:spcBef>
                        <a:spcAft>
                          <a:spcPts val="0"/>
                        </a:spcAft>
                        <a:buClr>
                          <a:srgbClr val="000000"/>
                        </a:buClr>
                        <a:buSzPts val="1300"/>
                        <a:buFont typeface="Arial"/>
                        <a:buNone/>
                      </a:pPr>
                      <a:r>
                        <a:rPr lang="en-US" sz="1300" u="none" cap="none" strike="noStrike">
                          <a:latin typeface="Verdana"/>
                          <a:ea typeface="Verdana"/>
                          <a:cs typeface="Verdana"/>
                          <a:sym typeface="Verdana"/>
                        </a:rPr>
                        <a:t>Nombre breve y descriptivo (comenzar con un verbo)</a:t>
                      </a:r>
                      <a:endParaRPr sz="1300" u="none" cap="none" strike="noStrike">
                        <a:latin typeface="Times New Roman"/>
                        <a:ea typeface="Times New Roman"/>
                        <a:cs typeface="Times New Roman"/>
                        <a:sym typeface="Times New Roman"/>
                      </a:endParaRPr>
                    </a:p>
                  </a:txBody>
                  <a:tcPr marT="38100" marB="38100" marR="38100" marL="381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r>
              <a:tr h="529150">
                <a:tc>
                  <a:txBody>
                    <a:bodyPr/>
                    <a:lstStyle/>
                    <a:p>
                      <a:pPr indent="0" lvl="0" marL="0" marR="0" rtl="0" algn="just">
                        <a:lnSpc>
                          <a:spcPct val="100000"/>
                        </a:lnSpc>
                        <a:spcBef>
                          <a:spcPts val="0"/>
                        </a:spcBef>
                        <a:spcAft>
                          <a:spcPts val="0"/>
                        </a:spcAft>
                        <a:buClr>
                          <a:srgbClr val="000000"/>
                        </a:buClr>
                        <a:buSzPts val="1300"/>
                        <a:buFont typeface="Arial"/>
                        <a:buNone/>
                      </a:pPr>
                      <a:r>
                        <a:rPr b="1" lang="en-US" sz="1300" u="none" cap="none" strike="noStrike">
                          <a:latin typeface="Verdana"/>
                          <a:ea typeface="Verdana"/>
                          <a:cs typeface="Verdana"/>
                          <a:sym typeface="Verdana"/>
                        </a:rPr>
                        <a:t>Descripción:</a:t>
                      </a:r>
                      <a:endParaRPr sz="1300" u="none" cap="none" strike="noStrike">
                        <a:solidFill>
                          <a:schemeClr val="dk1"/>
                        </a:solidFill>
                        <a:latin typeface="Verdana"/>
                        <a:ea typeface="Verdana"/>
                        <a:cs typeface="Verdana"/>
                        <a:sym typeface="Verdana"/>
                      </a:endParaRPr>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gridSpan="2">
                  <a:txBody>
                    <a:bodyPr/>
                    <a:lstStyle/>
                    <a:p>
                      <a:pPr indent="0" lvl="0" marL="0" marR="0" rtl="0" algn="just">
                        <a:lnSpc>
                          <a:spcPct val="100000"/>
                        </a:lnSpc>
                        <a:spcBef>
                          <a:spcPts val="0"/>
                        </a:spcBef>
                        <a:spcAft>
                          <a:spcPts val="0"/>
                        </a:spcAft>
                        <a:buClr>
                          <a:srgbClr val="000000"/>
                        </a:buClr>
                        <a:buSzPts val="1300"/>
                        <a:buFont typeface="Arial"/>
                        <a:buNone/>
                      </a:pPr>
                      <a:r>
                        <a:rPr lang="en-US" sz="1300" u="none" cap="none" strike="noStrike">
                          <a:solidFill>
                            <a:schemeClr val="dk1"/>
                          </a:solidFill>
                          <a:latin typeface="Verdana"/>
                          <a:ea typeface="Verdana"/>
                          <a:cs typeface="Verdana"/>
                          <a:sym typeface="Verdana"/>
                        </a:rPr>
                        <a:t>Comentario general del propósito del CU.</a:t>
                      </a:r>
                      <a:endParaRPr sz="1400" u="none" cap="none" strike="noStrike"/>
                    </a:p>
                  </a:txBody>
                  <a:tcPr marT="38100" marB="38100" marR="38100" marL="381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r>
              <a:tr h="419825">
                <a:tc>
                  <a:txBody>
                    <a:bodyPr/>
                    <a:lstStyle/>
                    <a:p>
                      <a:pPr indent="0" lvl="0" marL="0" marR="0" rtl="0" algn="just">
                        <a:lnSpc>
                          <a:spcPct val="100000"/>
                        </a:lnSpc>
                        <a:spcBef>
                          <a:spcPts val="0"/>
                        </a:spcBef>
                        <a:spcAft>
                          <a:spcPts val="0"/>
                        </a:spcAft>
                        <a:buClr>
                          <a:srgbClr val="000000"/>
                        </a:buClr>
                        <a:buSzPts val="1300"/>
                        <a:buFont typeface="Arial"/>
                        <a:buNone/>
                      </a:pPr>
                      <a:r>
                        <a:rPr b="1" lang="en-US" sz="1300" u="none" cap="none" strike="noStrike">
                          <a:latin typeface="Verdana"/>
                          <a:ea typeface="Verdana"/>
                          <a:cs typeface="Verdana"/>
                          <a:sym typeface="Verdana"/>
                        </a:rPr>
                        <a:t>Actores: </a:t>
                      </a:r>
                      <a:endParaRPr sz="1300" u="none" cap="none" strike="noStrike">
                        <a:latin typeface="Verdana"/>
                        <a:ea typeface="Verdana"/>
                        <a:cs typeface="Verdana"/>
                        <a:sym typeface="Verdana"/>
                      </a:endParaRPr>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gridSpan="2">
                  <a:txBody>
                    <a:bodyPr/>
                    <a:lstStyle/>
                    <a:p>
                      <a:pPr indent="0" lvl="0" marL="0" marR="0" rtl="0" algn="just">
                        <a:lnSpc>
                          <a:spcPct val="100000"/>
                        </a:lnSpc>
                        <a:spcBef>
                          <a:spcPts val="0"/>
                        </a:spcBef>
                        <a:spcAft>
                          <a:spcPts val="0"/>
                        </a:spcAft>
                        <a:buClr>
                          <a:srgbClr val="000000"/>
                        </a:buClr>
                        <a:buSzPts val="1300"/>
                        <a:buFont typeface="Arial"/>
                        <a:buNone/>
                      </a:pPr>
                      <a:r>
                        <a:rPr lang="en-US" sz="1300" u="none" cap="none" strike="noStrike">
                          <a:solidFill>
                            <a:schemeClr val="dk1"/>
                          </a:solidFill>
                          <a:latin typeface="Verdana"/>
                          <a:ea typeface="Verdana"/>
                          <a:cs typeface="Verdana"/>
                          <a:sym typeface="Verdana"/>
                        </a:rPr>
                        <a:t>Una o más entidades, como figuran en el diagrama.</a:t>
                      </a:r>
                      <a:endParaRPr sz="1400" u="none" cap="none" strike="noStrike"/>
                    </a:p>
                  </a:txBody>
                  <a:tcPr marT="38100" marB="38100" marR="38100" marL="381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r>
              <a:tr h="419825">
                <a:tc>
                  <a:txBody>
                    <a:bodyPr/>
                    <a:lstStyle/>
                    <a:p>
                      <a:pPr indent="0" lvl="0" marL="0" marR="0" rtl="0" algn="just">
                        <a:lnSpc>
                          <a:spcPct val="100000"/>
                        </a:lnSpc>
                        <a:spcBef>
                          <a:spcPts val="0"/>
                        </a:spcBef>
                        <a:spcAft>
                          <a:spcPts val="0"/>
                        </a:spcAft>
                        <a:buClr>
                          <a:srgbClr val="000000"/>
                        </a:buClr>
                        <a:buSzPts val="1300"/>
                        <a:buFont typeface="Arial"/>
                        <a:buNone/>
                      </a:pPr>
                      <a:r>
                        <a:rPr b="1" lang="en-US" sz="1300" u="none" cap="none" strike="noStrike">
                          <a:latin typeface="Verdana"/>
                          <a:ea typeface="Verdana"/>
                          <a:cs typeface="Verdana"/>
                          <a:sym typeface="Verdana"/>
                        </a:rPr>
                        <a:t>Precondiciones:</a:t>
                      </a:r>
                      <a:r>
                        <a:rPr lang="en-US" sz="1300" u="none" cap="none" strike="noStrike">
                          <a:latin typeface="Times New Roman"/>
                          <a:ea typeface="Times New Roman"/>
                          <a:cs typeface="Times New Roman"/>
                          <a:sym typeface="Times New Roman"/>
                        </a:rPr>
                        <a:t> </a:t>
                      </a:r>
                      <a:endParaRPr sz="1300" u="none" cap="none" strike="noStrike">
                        <a:latin typeface="Verdana"/>
                        <a:ea typeface="Verdana"/>
                        <a:cs typeface="Verdana"/>
                        <a:sym typeface="Verdana"/>
                      </a:endParaRPr>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gridSpan="2">
                  <a:txBody>
                    <a:bodyPr/>
                    <a:lstStyle/>
                    <a:p>
                      <a:pPr indent="0" lvl="0" marL="0" marR="0" rtl="0" algn="just">
                        <a:lnSpc>
                          <a:spcPct val="100000"/>
                        </a:lnSpc>
                        <a:spcBef>
                          <a:spcPts val="0"/>
                        </a:spcBef>
                        <a:spcAft>
                          <a:spcPts val="0"/>
                        </a:spcAft>
                        <a:buClr>
                          <a:srgbClr val="000000"/>
                        </a:buClr>
                        <a:buSzPts val="1300"/>
                        <a:buFont typeface="Arial"/>
                        <a:buNone/>
                      </a:pPr>
                      <a:r>
                        <a:rPr lang="en-US" sz="1300" u="none" cap="none" strike="noStrike">
                          <a:solidFill>
                            <a:schemeClr val="dk1"/>
                          </a:solidFill>
                          <a:latin typeface="Verdana"/>
                          <a:ea typeface="Verdana"/>
                          <a:cs typeface="Verdana"/>
                          <a:sym typeface="Verdana"/>
                        </a:rPr>
                        <a:t>Condición necesaria que se asume como verdadera antes de comenzar a ejecutar el CU. En general, es la postcondición de otro CU.</a:t>
                      </a:r>
                      <a:endParaRPr sz="1300" u="none" cap="none" strike="noStrike">
                        <a:solidFill>
                          <a:schemeClr val="dk1"/>
                        </a:solidFill>
                        <a:latin typeface="Verdana"/>
                        <a:ea typeface="Verdana"/>
                        <a:cs typeface="Verdana"/>
                        <a:sym typeface="Verdana"/>
                      </a:endParaRPr>
                    </a:p>
                  </a:txBody>
                  <a:tcPr marT="38100" marB="38100" marR="38100" marL="381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r>
              <a:tr h="310200">
                <a:tc rowSpan="2">
                  <a:txBody>
                    <a:bodyPr/>
                    <a:lstStyle/>
                    <a:p>
                      <a:pPr indent="-342900" lvl="0" marL="342900" marR="0" rtl="0" algn="just">
                        <a:lnSpc>
                          <a:spcPct val="100000"/>
                        </a:lnSpc>
                        <a:spcBef>
                          <a:spcPts val="0"/>
                        </a:spcBef>
                        <a:spcAft>
                          <a:spcPts val="0"/>
                        </a:spcAft>
                        <a:buClr>
                          <a:srgbClr val="000000"/>
                        </a:buClr>
                        <a:buSzPts val="1300"/>
                        <a:buFont typeface="Arial"/>
                        <a:buNone/>
                      </a:pPr>
                      <a:r>
                        <a:rPr b="1" lang="en-US" sz="1300" u="none" cap="none" strike="noStrike">
                          <a:latin typeface="Verdana"/>
                          <a:ea typeface="Verdana"/>
                          <a:cs typeface="Verdana"/>
                          <a:sym typeface="Verdana"/>
                        </a:rPr>
                        <a:t>Curso Normal:</a:t>
                      </a:r>
                      <a:endParaRPr sz="1300" u="none" cap="none" strike="noStrike">
                        <a:latin typeface="Times New Roman"/>
                        <a:ea typeface="Times New Roman"/>
                        <a:cs typeface="Times New Roman"/>
                        <a:sym typeface="Times New Roman"/>
                      </a:endParaRPr>
                    </a:p>
                    <a:p>
                      <a:pPr indent="12700" lvl="0" marL="88900" marR="0" rtl="0" algn="just">
                        <a:lnSpc>
                          <a:spcPct val="100000"/>
                        </a:lnSpc>
                        <a:spcBef>
                          <a:spcPts val="600"/>
                        </a:spcBef>
                        <a:spcAft>
                          <a:spcPts val="0"/>
                        </a:spcAft>
                        <a:buClr>
                          <a:schemeClr val="dk1"/>
                        </a:buClr>
                        <a:buSzPts val="1300"/>
                        <a:buFont typeface="Arial"/>
                        <a:buNone/>
                      </a:pPr>
                      <a:r>
                        <a:rPr b="0" lang="en-US" sz="1300" u="none" cap="none" strike="noStrike">
                          <a:solidFill>
                            <a:schemeClr val="dk1"/>
                          </a:solidFill>
                          <a:latin typeface="Verdana"/>
                          <a:ea typeface="Verdana"/>
                          <a:cs typeface="Verdana"/>
                          <a:sym typeface="Verdana"/>
                        </a:rPr>
                        <a:t>secuencia de pasos numerada que reflejan la interacción entre el actor y el sistema.</a:t>
                      </a:r>
                      <a:endParaRPr b="0" sz="1300" u="none" cap="none" strike="noStrike">
                        <a:solidFill>
                          <a:schemeClr val="dk1"/>
                        </a:solidFill>
                        <a:latin typeface="Verdana"/>
                        <a:ea typeface="Verdana"/>
                        <a:cs typeface="Verdana"/>
                        <a:sym typeface="Verdana"/>
                      </a:endParaRPr>
                    </a:p>
                    <a:p>
                      <a:pPr indent="-342900" lvl="0" marL="342900" marR="0" rtl="0" algn="just">
                        <a:lnSpc>
                          <a:spcPct val="100000"/>
                        </a:lnSpc>
                        <a:spcBef>
                          <a:spcPts val="600"/>
                        </a:spcBef>
                        <a:spcAft>
                          <a:spcPts val="0"/>
                        </a:spcAft>
                        <a:buClr>
                          <a:srgbClr val="000000"/>
                        </a:buClr>
                        <a:buSzPts val="1300"/>
                        <a:buFont typeface="Arial"/>
                        <a:buNone/>
                      </a:pPr>
                      <a:r>
                        <a:t/>
                      </a:r>
                      <a:endParaRPr sz="1300" u="none" cap="none" strike="noStrike">
                        <a:latin typeface="Verdana"/>
                        <a:ea typeface="Verdana"/>
                        <a:cs typeface="Verdana"/>
                        <a:sym typeface="Verdana"/>
                      </a:endParaRPr>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rgbClr val="000000"/>
                        </a:buClr>
                        <a:buSzPts val="1300"/>
                        <a:buFont typeface="Arial"/>
                        <a:buNone/>
                      </a:pPr>
                      <a:r>
                        <a:rPr b="1" lang="en-US" sz="1300" u="none" cap="none" strike="noStrike">
                          <a:latin typeface="Verdana"/>
                          <a:ea typeface="Verdana"/>
                          <a:cs typeface="Verdana"/>
                          <a:sym typeface="Verdana"/>
                        </a:rPr>
                        <a:t>Acciones del Actor</a:t>
                      </a:r>
                      <a:endParaRPr b="1" sz="1300" u="none" cap="none" strike="noStrike">
                        <a:latin typeface="Verdana"/>
                        <a:ea typeface="Verdana"/>
                        <a:cs typeface="Verdana"/>
                        <a:sym typeface="Verdana"/>
                      </a:endParaRPr>
                    </a:p>
                  </a:txBody>
                  <a:tcPr marT="38100" marB="38100" marR="38100" marL="381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rgbClr val="000000"/>
                        </a:buClr>
                        <a:buSzPts val="1300"/>
                        <a:buFont typeface="Arial"/>
                        <a:buNone/>
                      </a:pPr>
                      <a:r>
                        <a:rPr b="1" lang="en-US" sz="1300" u="none" cap="none" strike="noStrike">
                          <a:latin typeface="Verdana"/>
                          <a:ea typeface="Verdana"/>
                          <a:cs typeface="Verdana"/>
                          <a:sym typeface="Verdana"/>
                        </a:rPr>
                        <a:t>Acciones del Sistema</a:t>
                      </a:r>
                      <a:endParaRPr b="1" sz="1300" u="none" cap="none" strike="noStrike">
                        <a:latin typeface="Verdana"/>
                        <a:ea typeface="Verdana"/>
                        <a:cs typeface="Verdana"/>
                        <a:sym typeface="Verdana"/>
                      </a:endParaRPr>
                    </a:p>
                  </a:txBody>
                  <a:tcPr marT="38100" marB="38100" marR="38100" marL="381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817000">
                <a:tc vMerge="1"/>
                <a:tc>
                  <a:txBody>
                    <a:bodyPr/>
                    <a:lstStyle/>
                    <a:p>
                      <a:pPr indent="-342900" lvl="0" marL="342900" marR="0" rtl="0" algn="l">
                        <a:lnSpc>
                          <a:spcPct val="100000"/>
                        </a:lnSpc>
                        <a:spcBef>
                          <a:spcPts val="0"/>
                        </a:spcBef>
                        <a:spcAft>
                          <a:spcPts val="0"/>
                        </a:spcAft>
                        <a:buClr>
                          <a:srgbClr val="000000"/>
                        </a:buClr>
                        <a:buSzPts val="1300"/>
                        <a:buFont typeface="Arial"/>
                        <a:buNone/>
                      </a:pPr>
                      <a:r>
                        <a:t/>
                      </a:r>
                      <a:endParaRPr b="0" sz="1300" u="none" cap="none" strike="noStrike">
                        <a:solidFill>
                          <a:schemeClr val="dk1"/>
                        </a:solidFill>
                        <a:latin typeface="Verdana"/>
                        <a:ea typeface="Verdana"/>
                        <a:cs typeface="Verdana"/>
                        <a:sym typeface="Verdana"/>
                      </a:endParaRPr>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l">
                        <a:lnSpc>
                          <a:spcPct val="100000"/>
                        </a:lnSpc>
                        <a:spcBef>
                          <a:spcPts val="0"/>
                        </a:spcBef>
                        <a:spcAft>
                          <a:spcPts val="0"/>
                        </a:spcAft>
                        <a:buClr>
                          <a:srgbClr val="000000"/>
                        </a:buClr>
                        <a:buSzPts val="1300"/>
                        <a:buFont typeface="Arial"/>
                        <a:buNone/>
                      </a:pPr>
                      <a:r>
                        <a:t/>
                      </a:r>
                      <a:endParaRPr sz="1300" u="none" cap="none" strike="noStrike">
                        <a:latin typeface="Verdana"/>
                        <a:ea typeface="Verdana"/>
                        <a:cs typeface="Verdana"/>
                        <a:sym typeface="Verdana"/>
                      </a:endParaRPr>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17625">
                <a:tc>
                  <a:txBody>
                    <a:bodyPr/>
                    <a:lstStyle/>
                    <a:p>
                      <a:pPr indent="-342900" lvl="0" marL="342900" marR="0" rtl="0" algn="just">
                        <a:lnSpc>
                          <a:spcPct val="100000"/>
                        </a:lnSpc>
                        <a:spcBef>
                          <a:spcPts val="0"/>
                        </a:spcBef>
                        <a:spcAft>
                          <a:spcPts val="0"/>
                        </a:spcAft>
                        <a:buClr>
                          <a:srgbClr val="000000"/>
                        </a:buClr>
                        <a:buSzPts val="1300"/>
                        <a:buFont typeface="Arial"/>
                        <a:buNone/>
                      </a:pPr>
                      <a:r>
                        <a:rPr b="1" lang="en-US" sz="1300" u="none" cap="none" strike="noStrike">
                          <a:solidFill>
                            <a:schemeClr val="dk1"/>
                          </a:solidFill>
                          <a:latin typeface="Verdana"/>
                          <a:ea typeface="Verdana"/>
                          <a:cs typeface="Verdana"/>
                          <a:sym typeface="Verdana"/>
                        </a:rPr>
                        <a:t>Curso Alterno:</a:t>
                      </a:r>
                      <a:endParaRPr b="1" sz="1300" u="none" cap="none" strike="noStrike">
                        <a:solidFill>
                          <a:schemeClr val="dk1"/>
                        </a:solidFill>
                        <a:latin typeface="Verdana"/>
                        <a:ea typeface="Verdana"/>
                        <a:cs typeface="Verdana"/>
                        <a:sym typeface="Verdana"/>
                      </a:endParaRPr>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gridSpan="2">
                  <a:txBody>
                    <a:bodyPr/>
                    <a:lstStyle/>
                    <a:p>
                      <a:pPr indent="12700" lvl="0" marL="177800" marR="0" rtl="0" algn="just">
                        <a:lnSpc>
                          <a:spcPct val="100000"/>
                        </a:lnSpc>
                        <a:spcBef>
                          <a:spcPts val="0"/>
                        </a:spcBef>
                        <a:spcAft>
                          <a:spcPts val="0"/>
                        </a:spcAft>
                        <a:buClr>
                          <a:srgbClr val="000000"/>
                        </a:buClr>
                        <a:buSzPts val="1300"/>
                        <a:buFont typeface="Arial"/>
                        <a:buNone/>
                      </a:pPr>
                      <a:r>
                        <a:rPr b="0" lang="en-US" sz="1300" u="none" cap="none" strike="noStrike">
                          <a:latin typeface="Verdana"/>
                          <a:ea typeface="Verdana"/>
                          <a:cs typeface="Verdana"/>
                          <a:sym typeface="Verdana"/>
                        </a:rPr>
                        <a:t>Pasos alternativos al curso normal. Pueden ser del actor o del sistema. Siempre se debe especificar si el CU termina o retoma a un paso del curso normal</a:t>
                      </a:r>
                      <a:endParaRPr sz="1400" u="none" cap="none" strike="noStrike"/>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r>
              <a:tr h="603500">
                <a:tc>
                  <a:txBody>
                    <a:bodyPr/>
                    <a:lstStyle/>
                    <a:p>
                      <a:pPr indent="-342900" lvl="0" marL="342900" marR="0" rtl="0" algn="just">
                        <a:lnSpc>
                          <a:spcPct val="100000"/>
                        </a:lnSpc>
                        <a:spcBef>
                          <a:spcPts val="0"/>
                        </a:spcBef>
                        <a:spcAft>
                          <a:spcPts val="0"/>
                        </a:spcAft>
                        <a:buClr>
                          <a:srgbClr val="000000"/>
                        </a:buClr>
                        <a:buSzPts val="1300"/>
                        <a:buFont typeface="Arial"/>
                        <a:buNone/>
                      </a:pPr>
                      <a:r>
                        <a:rPr b="1" lang="en-US" sz="1300" u="none" cap="none" strike="noStrike">
                          <a:solidFill>
                            <a:schemeClr val="dk1"/>
                          </a:solidFill>
                          <a:latin typeface="Verdana"/>
                          <a:ea typeface="Verdana"/>
                          <a:cs typeface="Verdana"/>
                          <a:sym typeface="Verdana"/>
                        </a:rPr>
                        <a:t>Postcondición:</a:t>
                      </a:r>
                      <a:endParaRPr b="1" sz="1300" u="none" cap="none" strike="noStrike">
                        <a:solidFill>
                          <a:schemeClr val="dk1"/>
                        </a:solidFill>
                        <a:latin typeface="Verdana"/>
                        <a:ea typeface="Verdana"/>
                        <a:cs typeface="Verdana"/>
                        <a:sym typeface="Verdana"/>
                      </a:endParaRPr>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gridSpan="2">
                  <a:txBody>
                    <a:bodyPr/>
                    <a:lstStyle/>
                    <a:p>
                      <a:pPr indent="12700" lvl="0" marL="177800" marR="0" rtl="0" algn="just">
                        <a:lnSpc>
                          <a:spcPct val="100000"/>
                        </a:lnSpc>
                        <a:spcBef>
                          <a:spcPts val="0"/>
                        </a:spcBef>
                        <a:spcAft>
                          <a:spcPts val="0"/>
                        </a:spcAft>
                        <a:buClr>
                          <a:srgbClr val="000000"/>
                        </a:buClr>
                        <a:buSzPts val="1300"/>
                        <a:buFont typeface="Arial"/>
                        <a:buNone/>
                      </a:pPr>
                      <a:r>
                        <a:rPr lang="en-US" sz="1300" u="none" cap="none" strike="noStrike">
                          <a:latin typeface="Verdana"/>
                          <a:ea typeface="Verdana"/>
                          <a:cs typeface="Verdana"/>
                          <a:sym typeface="Verdana"/>
                        </a:rPr>
                        <a:t>Condición relacionada con el sistema que se da por verdadera luego de ejecutado el curso normal.</a:t>
                      </a:r>
                      <a:endParaRPr sz="1300" u="none" cap="none" strike="noStrike">
                        <a:latin typeface="Verdana"/>
                        <a:ea typeface="Verdana"/>
                        <a:cs typeface="Verdana"/>
                        <a:sym typeface="Verdana"/>
                      </a:endParaRPr>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6"/>
          <p:cNvSpPr txBox="1"/>
          <p:nvPr>
            <p:ph type="title"/>
          </p:nvPr>
        </p:nvSpPr>
        <p:spPr>
          <a:xfrm>
            <a:off x="609600" y="228600"/>
            <a:ext cx="10972800" cy="9144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2"/>
              </a:buClr>
              <a:buSzPts val="1800"/>
              <a:buNone/>
            </a:pPr>
            <a:r>
              <a:rPr lang="en-US"/>
              <a:t>Casos de uso – Ejemplo</a:t>
            </a:r>
            <a:endParaRPr/>
          </a:p>
        </p:txBody>
      </p:sp>
      <p:sp>
        <p:nvSpPr>
          <p:cNvPr id="497" name="Google Shape;497;p6"/>
          <p:cNvSpPr txBox="1"/>
          <p:nvPr>
            <p:ph idx="12" type="sldNum"/>
          </p:nvPr>
        </p:nvSpPr>
        <p:spPr>
          <a:xfrm>
            <a:off x="816864" y="6356350"/>
            <a:ext cx="26416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2"/>
              </a:buClr>
              <a:buSzPts val="1400"/>
              <a:buFont typeface="Gill Sans"/>
              <a:buNone/>
            </a:pPr>
            <a:fld id="{00000000-1234-1234-1234-123412341234}" type="slidenum">
              <a:rPr lang="en-US"/>
              <a:t>‹#›</a:t>
            </a:fld>
            <a:endParaRPr/>
          </a:p>
        </p:txBody>
      </p:sp>
      <p:sp>
        <p:nvSpPr>
          <p:cNvPr id="498" name="Google Shape;498;p6"/>
          <p:cNvSpPr txBox="1"/>
          <p:nvPr/>
        </p:nvSpPr>
        <p:spPr>
          <a:xfrm>
            <a:off x="983432" y="1268759"/>
            <a:ext cx="10153128" cy="5453351"/>
          </a:xfrm>
          <a:prstGeom prst="rect">
            <a:avLst/>
          </a:prstGeom>
          <a:noFill/>
          <a:ln>
            <a:noFill/>
          </a:ln>
        </p:spPr>
        <p:txBody>
          <a:bodyPr anchorCtr="0" anchor="t" bIns="45700" lIns="91425" spcFirstLastPara="1" rIns="91425" wrap="square" tIns="45700">
            <a:normAutofit fontScale="92500" lnSpcReduction="20000"/>
          </a:bodyPr>
          <a:lstStyle/>
          <a:p>
            <a:pPr indent="0" lvl="0" marL="87313" marR="0" rtl="0" algn="just">
              <a:lnSpc>
                <a:spcPct val="100000"/>
              </a:lnSpc>
              <a:spcBef>
                <a:spcPts val="0"/>
              </a:spcBef>
              <a:spcAft>
                <a:spcPts val="0"/>
              </a:spcAft>
              <a:buClr>
                <a:schemeClr val="accent1"/>
              </a:buClr>
              <a:buSzPct val="76000"/>
              <a:buFont typeface="Noto Sans Symbols"/>
              <a:buNone/>
            </a:pPr>
            <a:r>
              <a:rPr b="0" i="0" lang="en-US" sz="2600" u="none" cap="none" strike="noStrike">
                <a:solidFill>
                  <a:schemeClr val="dk1"/>
                </a:solidFill>
                <a:latin typeface="Calibri"/>
                <a:ea typeface="Calibri"/>
                <a:cs typeface="Calibri"/>
                <a:sym typeface="Calibri"/>
              </a:rPr>
              <a:t>Un sitio web dispone de películas que se publican de manera semanal. Se desea desarrollar un subsistema para la reproducción de estas películas. </a:t>
            </a:r>
            <a:endParaRPr b="0" i="0" sz="1400" u="none" cap="none" strike="noStrike">
              <a:solidFill>
                <a:srgbClr val="000000"/>
              </a:solidFill>
              <a:latin typeface="Arial"/>
              <a:ea typeface="Arial"/>
              <a:cs typeface="Arial"/>
              <a:sym typeface="Arial"/>
            </a:endParaRPr>
          </a:p>
          <a:p>
            <a:pPr indent="0" lvl="0" marL="87313" marR="0" rtl="0" algn="just">
              <a:lnSpc>
                <a:spcPct val="100000"/>
              </a:lnSpc>
              <a:spcBef>
                <a:spcPts val="600"/>
              </a:spcBef>
              <a:spcAft>
                <a:spcPts val="0"/>
              </a:spcAft>
              <a:buClr>
                <a:schemeClr val="accent1"/>
              </a:buClr>
              <a:buSzPct val="76000"/>
              <a:buFont typeface="Noto Sans Symbols"/>
              <a:buNone/>
            </a:pPr>
            <a:r>
              <a:rPr b="0" i="0" lang="en-US" sz="2600" u="none" cap="none" strike="noStrike">
                <a:solidFill>
                  <a:schemeClr val="dk1"/>
                </a:solidFill>
                <a:latin typeface="Calibri"/>
                <a:ea typeface="Calibri"/>
                <a:cs typeface="Calibri"/>
                <a:sym typeface="Calibri"/>
              </a:rPr>
              <a:t>La información puede ser accedida tanto por usuarios registrados o usuarios visitantes. A los usuarios registrados se les permite ver adelantos (</a:t>
            </a:r>
            <a:r>
              <a:rPr b="0" i="1" lang="en-US" sz="2600" u="none" cap="none" strike="noStrike">
                <a:solidFill>
                  <a:schemeClr val="dk1"/>
                </a:solidFill>
                <a:latin typeface="Calibri"/>
                <a:ea typeface="Calibri"/>
                <a:cs typeface="Calibri"/>
                <a:sym typeface="Calibri"/>
              </a:rPr>
              <a:t>trailers)</a:t>
            </a:r>
            <a:r>
              <a:rPr b="0" i="0" lang="en-US" sz="2600" u="none" cap="none" strike="noStrike">
                <a:solidFill>
                  <a:schemeClr val="dk1"/>
                </a:solidFill>
                <a:latin typeface="Calibri"/>
                <a:ea typeface="Calibri"/>
                <a:cs typeface="Calibri"/>
                <a:sym typeface="Calibri"/>
              </a:rPr>
              <a:t> y ver las películas completas. Para esto último, los usuarios deben estar correctamente autenticados. Además, si la película tiene categoría “exclusiva” la visualización tendrá un costo. El pago es mediante tarjeta de crédito a través de un servidor al que se le envía el número de la tarjeta y el código de seguridad. Una vez validados estos datos y comprobados los fondos el servidor realiza el cobro. </a:t>
            </a:r>
            <a:endParaRPr b="0" i="0" sz="2600" u="none" cap="none" strike="noStrike">
              <a:solidFill>
                <a:schemeClr val="dk1"/>
              </a:solidFill>
              <a:latin typeface="Calibri"/>
              <a:ea typeface="Calibri"/>
              <a:cs typeface="Calibri"/>
              <a:sym typeface="Calibri"/>
            </a:endParaRPr>
          </a:p>
          <a:p>
            <a:pPr indent="0" lvl="0" marL="87313" marR="0" rtl="0" algn="just">
              <a:lnSpc>
                <a:spcPct val="100000"/>
              </a:lnSpc>
              <a:spcBef>
                <a:spcPts val="600"/>
              </a:spcBef>
              <a:spcAft>
                <a:spcPts val="0"/>
              </a:spcAft>
              <a:buClr>
                <a:schemeClr val="accent1"/>
              </a:buClr>
              <a:buSzPct val="76000"/>
              <a:buFont typeface="Noto Sans Symbols"/>
              <a:buNone/>
            </a:pPr>
            <a:r>
              <a:rPr b="0" i="0" lang="en-US" sz="2600" u="none" cap="none" strike="noStrike">
                <a:solidFill>
                  <a:schemeClr val="dk1"/>
                </a:solidFill>
                <a:latin typeface="Calibri"/>
                <a:ea typeface="Calibri"/>
                <a:cs typeface="Calibri"/>
                <a:sym typeface="Calibri"/>
              </a:rPr>
              <a:t>A los usuarios visitantes sólo se les permite ver los adelantos. Para esto, el sistema muestra una lista de las últimas películas de la semana. El usuario selecciona cuál desea ver, y el sistema lo reproduce en pantalla. </a:t>
            </a:r>
            <a:endParaRPr b="0" i="0" sz="2600" u="none" cap="none" strike="noStrike">
              <a:solidFill>
                <a:schemeClr val="dk1"/>
              </a:solidFill>
              <a:latin typeface="Calibri"/>
              <a:ea typeface="Calibri"/>
              <a:cs typeface="Calibri"/>
              <a:sym typeface="Calibri"/>
            </a:endParaRPr>
          </a:p>
          <a:p>
            <a:pPr indent="0" lvl="0" marL="87313" marR="0" rtl="0" algn="just">
              <a:lnSpc>
                <a:spcPct val="100000"/>
              </a:lnSpc>
              <a:spcBef>
                <a:spcPts val="600"/>
              </a:spcBef>
              <a:spcAft>
                <a:spcPts val="0"/>
              </a:spcAft>
              <a:buClr>
                <a:schemeClr val="accent1"/>
              </a:buClr>
              <a:buSzPct val="76000"/>
              <a:buFont typeface="Noto Sans Symbols"/>
              <a:buNone/>
            </a:pPr>
            <a:r>
              <a:rPr b="0" i="0" lang="en-US" sz="2600" u="none" cap="none" strike="noStrike">
                <a:solidFill>
                  <a:schemeClr val="dk1"/>
                </a:solidFill>
                <a:latin typeface="Calibri"/>
                <a:ea typeface="Calibri"/>
                <a:cs typeface="Calibri"/>
                <a:sym typeface="Calibri"/>
              </a:rPr>
              <a:t>Un usuario visitante puede registrarse y pasar a ser un usuario registrado, para lo cual debe completar los datos personales, eligiendo un nombre de usuario único y una contraseña.</a:t>
            </a:r>
            <a:endParaRPr b="0" i="0" sz="2600" u="none" cap="none" strike="noStrik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49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7"/>
          <p:cNvSpPr txBox="1"/>
          <p:nvPr>
            <p:ph idx="12" type="sldNum"/>
          </p:nvPr>
        </p:nvSpPr>
        <p:spPr>
          <a:xfrm>
            <a:off x="816864" y="6356350"/>
            <a:ext cx="26416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2"/>
              </a:buClr>
              <a:buSzPts val="1400"/>
              <a:buFont typeface="Gill Sans"/>
              <a:buNone/>
            </a:pPr>
            <a:fld id="{00000000-1234-1234-1234-123412341234}" type="slidenum">
              <a:rPr lang="en-US"/>
              <a:t>‹#›</a:t>
            </a:fld>
            <a:endParaRPr/>
          </a:p>
        </p:txBody>
      </p:sp>
      <p:sp>
        <p:nvSpPr>
          <p:cNvPr id="504" name="Google Shape;504;p7"/>
          <p:cNvSpPr txBox="1"/>
          <p:nvPr/>
        </p:nvSpPr>
        <p:spPr>
          <a:xfrm>
            <a:off x="1703512" y="873126"/>
            <a:ext cx="8784976" cy="5868243"/>
          </a:xfrm>
          <a:prstGeom prst="rect">
            <a:avLst/>
          </a:prstGeom>
          <a:noFill/>
          <a:ln>
            <a:noFill/>
          </a:ln>
        </p:spPr>
        <p:txBody>
          <a:bodyPr anchorCtr="0" anchor="t" bIns="45700" lIns="91425" spcFirstLastPara="1" rIns="91425" wrap="square" tIns="45700">
            <a:normAutofit fontScale="85000" lnSpcReduction="10000"/>
          </a:bodyPr>
          <a:lstStyle/>
          <a:p>
            <a:pPr indent="238125" lvl="0" marL="114300" marR="0" rtl="0" algn="just">
              <a:lnSpc>
                <a:spcPct val="100000"/>
              </a:lnSpc>
              <a:spcBef>
                <a:spcPts val="0"/>
              </a:spcBef>
              <a:spcAft>
                <a:spcPts val="0"/>
              </a:spcAft>
              <a:buClr>
                <a:schemeClr val="accent1"/>
              </a:buClr>
              <a:buSzPct val="76000"/>
              <a:buFont typeface="Noto Sans Symbols"/>
              <a:buNone/>
            </a:pPr>
            <a:r>
              <a:rPr b="0" i="0" lang="en-US" sz="2600" u="none" cap="none" strike="noStrike">
                <a:solidFill>
                  <a:schemeClr val="dk1"/>
                </a:solidFill>
                <a:latin typeface="Calibri"/>
                <a:ea typeface="Calibri"/>
                <a:cs typeface="Calibri"/>
                <a:sym typeface="Calibri"/>
              </a:rPr>
              <a:t>Un sitio web dispone de películas que se publican de manera semanal. Se desea desarrollar un subsistema para la reproducción de estas películas. </a:t>
            </a:r>
            <a:endParaRPr b="0" i="0" sz="1400" u="none" cap="none" strike="noStrike">
              <a:solidFill>
                <a:srgbClr val="000000"/>
              </a:solidFill>
              <a:latin typeface="Arial"/>
              <a:ea typeface="Arial"/>
              <a:cs typeface="Arial"/>
              <a:sym typeface="Arial"/>
            </a:endParaRPr>
          </a:p>
          <a:p>
            <a:pPr indent="238125" lvl="0" marL="114300" marR="0" rtl="0" algn="just">
              <a:lnSpc>
                <a:spcPct val="100000"/>
              </a:lnSpc>
              <a:spcBef>
                <a:spcPts val="600"/>
              </a:spcBef>
              <a:spcAft>
                <a:spcPts val="0"/>
              </a:spcAft>
              <a:buClr>
                <a:schemeClr val="accent1"/>
              </a:buClr>
              <a:buSzPct val="76000"/>
              <a:buFont typeface="Noto Sans Symbols"/>
              <a:buNone/>
            </a:pPr>
            <a:r>
              <a:rPr b="0" i="0" lang="en-US" sz="2600" u="none" cap="none" strike="noStrike">
                <a:solidFill>
                  <a:schemeClr val="dk1"/>
                </a:solidFill>
                <a:latin typeface="Calibri"/>
                <a:ea typeface="Calibri"/>
                <a:cs typeface="Calibri"/>
                <a:sym typeface="Calibri"/>
              </a:rPr>
              <a:t>La información puede ser accedida tanto por usuarios registrados o usuarios visitantes. A los usuarios registrados se les permite ver adelantos (</a:t>
            </a:r>
            <a:r>
              <a:rPr b="0" i="1" lang="en-US" sz="2600" u="none" cap="none" strike="noStrike">
                <a:solidFill>
                  <a:schemeClr val="dk1"/>
                </a:solidFill>
                <a:latin typeface="Calibri"/>
                <a:ea typeface="Calibri"/>
                <a:cs typeface="Calibri"/>
                <a:sym typeface="Calibri"/>
              </a:rPr>
              <a:t>trailers)</a:t>
            </a:r>
            <a:r>
              <a:rPr b="0" i="0" lang="en-US" sz="2600" u="none" cap="none" strike="noStrike">
                <a:solidFill>
                  <a:schemeClr val="dk1"/>
                </a:solidFill>
                <a:latin typeface="Calibri"/>
                <a:ea typeface="Calibri"/>
                <a:cs typeface="Calibri"/>
                <a:sym typeface="Calibri"/>
              </a:rPr>
              <a:t> y ver las películas completas. Para esto último, los usuarios deben estar correctamente autenticados. Además, si la película tiene categoría “exclusiva” la visualización tendrá un costo. El pago es mediante tarjeta de crédito a través de un servidor al que se le envían el número de la tarjeta y el código de seguridad. Una vez validados estos datos y comprobados los fondos el servidor realiza el cobro. </a:t>
            </a:r>
            <a:endParaRPr b="0" i="0" sz="2600" u="none" cap="none" strike="noStrike">
              <a:solidFill>
                <a:schemeClr val="dk1"/>
              </a:solidFill>
              <a:latin typeface="Calibri"/>
              <a:ea typeface="Calibri"/>
              <a:cs typeface="Calibri"/>
              <a:sym typeface="Calibri"/>
            </a:endParaRPr>
          </a:p>
          <a:p>
            <a:pPr indent="238125" lvl="0" marL="114300" marR="0" rtl="0" algn="just">
              <a:lnSpc>
                <a:spcPct val="100000"/>
              </a:lnSpc>
              <a:spcBef>
                <a:spcPts val="600"/>
              </a:spcBef>
              <a:spcAft>
                <a:spcPts val="0"/>
              </a:spcAft>
              <a:buClr>
                <a:schemeClr val="accent1"/>
              </a:buClr>
              <a:buSzPct val="76000"/>
              <a:buFont typeface="Noto Sans Symbols"/>
              <a:buNone/>
            </a:pPr>
            <a:r>
              <a:rPr b="0" i="0" lang="en-US" sz="2600" u="none" cap="none" strike="noStrike">
                <a:solidFill>
                  <a:schemeClr val="dk1"/>
                </a:solidFill>
                <a:latin typeface="Calibri"/>
                <a:ea typeface="Calibri"/>
                <a:cs typeface="Calibri"/>
                <a:sym typeface="Calibri"/>
              </a:rPr>
              <a:t>A los usuarios visitantes sólo se les permite ver los adelantos. Para esto, el sistema muestra una lista de las últimas películas de la semana. El usuario selecciona cuál desea ver, y el sistema lo reproduce en pantalla. </a:t>
            </a:r>
            <a:endParaRPr b="0" i="0" sz="2600" u="none" cap="none" strike="noStrike">
              <a:solidFill>
                <a:schemeClr val="dk1"/>
              </a:solidFill>
              <a:latin typeface="Calibri"/>
              <a:ea typeface="Calibri"/>
              <a:cs typeface="Calibri"/>
              <a:sym typeface="Calibri"/>
            </a:endParaRPr>
          </a:p>
          <a:p>
            <a:pPr indent="238125" lvl="0" marL="114300" marR="0" rtl="0" algn="just">
              <a:lnSpc>
                <a:spcPct val="100000"/>
              </a:lnSpc>
              <a:spcBef>
                <a:spcPts val="600"/>
              </a:spcBef>
              <a:spcAft>
                <a:spcPts val="0"/>
              </a:spcAft>
              <a:buClr>
                <a:schemeClr val="accent1"/>
              </a:buClr>
              <a:buSzPct val="76000"/>
              <a:buFont typeface="Noto Sans Symbols"/>
              <a:buNone/>
            </a:pPr>
            <a:r>
              <a:rPr b="0" i="0" lang="en-US" sz="2600" u="none" cap="none" strike="noStrike">
                <a:solidFill>
                  <a:schemeClr val="dk1"/>
                </a:solidFill>
                <a:latin typeface="Calibri"/>
                <a:ea typeface="Calibri"/>
                <a:cs typeface="Calibri"/>
                <a:sym typeface="Calibri"/>
              </a:rPr>
              <a:t>Un usuario visitante puede registrarse y pasar a ser un usuario registrado, para lo cual debe completar los datos personales, eligiendo un nombre de usuario único y una contraseña.</a:t>
            </a:r>
            <a:endParaRPr b="0" i="0" sz="2600" u="none" cap="none" strike="noStrike">
              <a:solidFill>
                <a:schemeClr val="dk1"/>
              </a:solidFill>
              <a:latin typeface="Calibri"/>
              <a:ea typeface="Calibri"/>
              <a:cs typeface="Calibri"/>
              <a:sym typeface="Calibri"/>
            </a:endParaRPr>
          </a:p>
        </p:txBody>
      </p:sp>
      <p:sp>
        <p:nvSpPr>
          <p:cNvPr id="505" name="Google Shape;505;p7"/>
          <p:cNvSpPr/>
          <p:nvPr/>
        </p:nvSpPr>
        <p:spPr>
          <a:xfrm>
            <a:off x="7766201" y="1853329"/>
            <a:ext cx="2448300" cy="360000"/>
          </a:xfrm>
          <a:prstGeom prst="roundRect">
            <a:avLst>
              <a:gd fmla="val 16667" name="adj"/>
            </a:avLst>
          </a:prstGeom>
          <a:noFill/>
          <a:ln cap="flat" cmpd="sng" w="38100">
            <a:solidFill>
              <a:srgbClr val="00B05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06" name="Google Shape;506;p7"/>
          <p:cNvSpPr/>
          <p:nvPr/>
        </p:nvSpPr>
        <p:spPr>
          <a:xfrm>
            <a:off x="4768704" y="4031300"/>
            <a:ext cx="3183000" cy="360000"/>
          </a:xfrm>
          <a:prstGeom prst="roundRect">
            <a:avLst>
              <a:gd fmla="val 16667" name="adj"/>
            </a:avLst>
          </a:prstGeom>
          <a:noFill/>
          <a:ln cap="flat" cmpd="sng" w="38100">
            <a:solidFill>
              <a:srgbClr val="3E5D7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07" name="Google Shape;507;p7"/>
          <p:cNvSpPr/>
          <p:nvPr/>
        </p:nvSpPr>
        <p:spPr>
          <a:xfrm>
            <a:off x="1843690" y="5347825"/>
            <a:ext cx="2925000" cy="360000"/>
          </a:xfrm>
          <a:prstGeom prst="roundRect">
            <a:avLst>
              <a:gd fmla="val 16667" name="adj"/>
            </a:avLst>
          </a:prstGeom>
          <a:noFill/>
          <a:ln cap="flat" cmpd="sng" w="38100">
            <a:solidFill>
              <a:srgbClr val="00B05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508" name="Google Shape;508;p7"/>
          <p:cNvGrpSpPr/>
          <p:nvPr/>
        </p:nvGrpSpPr>
        <p:grpSpPr>
          <a:xfrm rot="-2126153">
            <a:off x="81678" y="-543831"/>
            <a:ext cx="4022522" cy="2798121"/>
            <a:chOff x="5920602" y="118745"/>
            <a:chExt cx="4022522" cy="2799315"/>
          </a:xfrm>
        </p:grpSpPr>
        <p:pic>
          <p:nvPicPr>
            <p:cNvPr descr="C:\Users\Vero\Dropbox\Con Nico\hojita.png" id="509" name="Google Shape;509;p7"/>
            <p:cNvPicPr preferRelativeResize="0"/>
            <p:nvPr/>
          </p:nvPicPr>
          <p:blipFill rotWithShape="1">
            <a:blip r:embed="rId3">
              <a:alphaModFix/>
            </a:blip>
            <a:srcRect b="0" l="0" r="0" t="0"/>
            <a:stretch/>
          </p:blipFill>
          <p:spPr>
            <a:xfrm rot="1602170">
              <a:off x="5972939" y="937007"/>
              <a:ext cx="3917848" cy="1162791"/>
            </a:xfrm>
            <a:prstGeom prst="rect">
              <a:avLst/>
            </a:prstGeom>
            <a:noFill/>
            <a:ln>
              <a:noFill/>
            </a:ln>
          </p:spPr>
        </p:pic>
        <p:sp>
          <p:nvSpPr>
            <p:cNvPr id="510" name="Google Shape;510;p7"/>
            <p:cNvSpPr txBox="1"/>
            <p:nvPr/>
          </p:nvSpPr>
          <p:spPr>
            <a:xfrm rot="1572087">
              <a:off x="6167334" y="1267404"/>
              <a:ext cx="3596167" cy="40028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FF0000"/>
                  </a:solidFill>
                  <a:latin typeface="Architects Daughter"/>
                  <a:ea typeface="Architects Daughter"/>
                  <a:cs typeface="Architects Daughter"/>
                  <a:sym typeface="Architects Daughter"/>
                </a:rPr>
                <a:t>Identificación de Actores</a:t>
              </a:r>
              <a:endParaRPr b="1" i="0" sz="2000" u="none" cap="none" strike="noStrike">
                <a:solidFill>
                  <a:srgbClr val="FF0000"/>
                </a:solidFill>
                <a:latin typeface="Architects Daughter"/>
                <a:ea typeface="Architects Daughter"/>
                <a:cs typeface="Architects Daughter"/>
                <a:sym typeface="Architects Daughte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0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8"/>
          <p:cNvSpPr txBox="1"/>
          <p:nvPr>
            <p:ph idx="12" type="sldNum"/>
          </p:nvPr>
        </p:nvSpPr>
        <p:spPr>
          <a:xfrm>
            <a:off x="816864" y="6356350"/>
            <a:ext cx="26416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2"/>
              </a:buClr>
              <a:buSzPts val="1400"/>
              <a:buFont typeface="Gill Sans"/>
              <a:buNone/>
            </a:pPr>
            <a:fld id="{00000000-1234-1234-1234-123412341234}" type="slidenum">
              <a:rPr lang="en-US"/>
              <a:t>‹#›</a:t>
            </a:fld>
            <a:endParaRPr/>
          </a:p>
        </p:txBody>
      </p:sp>
      <p:sp>
        <p:nvSpPr>
          <p:cNvPr id="516" name="Google Shape;516;p8"/>
          <p:cNvSpPr txBox="1"/>
          <p:nvPr/>
        </p:nvSpPr>
        <p:spPr>
          <a:xfrm>
            <a:off x="1703512" y="873126"/>
            <a:ext cx="8784976" cy="5868243"/>
          </a:xfrm>
          <a:prstGeom prst="rect">
            <a:avLst/>
          </a:prstGeom>
          <a:noFill/>
          <a:ln>
            <a:noFill/>
          </a:ln>
        </p:spPr>
        <p:txBody>
          <a:bodyPr anchorCtr="0" anchor="t" bIns="45700" lIns="91425" spcFirstLastPara="1" rIns="91425" wrap="square" tIns="45700">
            <a:normAutofit fontScale="85000" lnSpcReduction="10000"/>
          </a:bodyPr>
          <a:lstStyle/>
          <a:p>
            <a:pPr indent="238125" lvl="0" marL="114300" marR="0" rtl="0" algn="just">
              <a:lnSpc>
                <a:spcPct val="100000"/>
              </a:lnSpc>
              <a:spcBef>
                <a:spcPts val="0"/>
              </a:spcBef>
              <a:spcAft>
                <a:spcPts val="0"/>
              </a:spcAft>
              <a:buClr>
                <a:schemeClr val="accent1"/>
              </a:buClr>
              <a:buSzPct val="76000"/>
              <a:buFont typeface="Noto Sans Symbols"/>
              <a:buNone/>
            </a:pPr>
            <a:r>
              <a:rPr b="0" i="0" lang="en-US" sz="2600" u="none" cap="none" strike="noStrike">
                <a:solidFill>
                  <a:schemeClr val="dk1"/>
                </a:solidFill>
                <a:latin typeface="Calibri"/>
                <a:ea typeface="Calibri"/>
                <a:cs typeface="Calibri"/>
                <a:sym typeface="Calibri"/>
              </a:rPr>
              <a:t>Un sitio web dispone de películas que se publican de manera semanal. Se desea desarrollar un subsistema para la reproducción de estas películas. </a:t>
            </a:r>
            <a:endParaRPr b="0" i="0" sz="1400" u="none" cap="none" strike="noStrike">
              <a:solidFill>
                <a:srgbClr val="000000"/>
              </a:solidFill>
              <a:latin typeface="Arial"/>
              <a:ea typeface="Arial"/>
              <a:cs typeface="Arial"/>
              <a:sym typeface="Arial"/>
            </a:endParaRPr>
          </a:p>
          <a:p>
            <a:pPr indent="238125" lvl="0" marL="114300" marR="0" rtl="0" algn="just">
              <a:lnSpc>
                <a:spcPct val="100000"/>
              </a:lnSpc>
              <a:spcBef>
                <a:spcPts val="600"/>
              </a:spcBef>
              <a:spcAft>
                <a:spcPts val="0"/>
              </a:spcAft>
              <a:buClr>
                <a:schemeClr val="accent1"/>
              </a:buClr>
              <a:buSzPct val="76000"/>
              <a:buFont typeface="Noto Sans Symbols"/>
              <a:buNone/>
            </a:pPr>
            <a:r>
              <a:rPr b="0" i="0" lang="en-US" sz="2600" u="none" cap="none" strike="noStrike">
                <a:solidFill>
                  <a:schemeClr val="dk1"/>
                </a:solidFill>
                <a:latin typeface="Calibri"/>
                <a:ea typeface="Calibri"/>
                <a:cs typeface="Calibri"/>
                <a:sym typeface="Calibri"/>
              </a:rPr>
              <a:t>La información puede ser accedida tanto por usuarios registrados o usuarios visitantes. A los usuarios registrados se les permite ver adelantos (</a:t>
            </a:r>
            <a:r>
              <a:rPr b="0" i="1" lang="en-US" sz="2600" u="none" cap="none" strike="noStrike">
                <a:solidFill>
                  <a:schemeClr val="dk1"/>
                </a:solidFill>
                <a:latin typeface="Calibri"/>
                <a:ea typeface="Calibri"/>
                <a:cs typeface="Calibri"/>
                <a:sym typeface="Calibri"/>
              </a:rPr>
              <a:t>trailers)</a:t>
            </a:r>
            <a:r>
              <a:rPr b="0" i="0" lang="en-US" sz="2600" u="none" cap="none" strike="noStrike">
                <a:solidFill>
                  <a:schemeClr val="dk1"/>
                </a:solidFill>
                <a:latin typeface="Calibri"/>
                <a:ea typeface="Calibri"/>
                <a:cs typeface="Calibri"/>
                <a:sym typeface="Calibri"/>
              </a:rPr>
              <a:t> y ver las películas completas. Para esto último, los usuarios deben estar correctamente autenticados. Además, si la película tiene categoría “exclusiva” la visualización tendrá un costo. El pago es mediante tarjeta de crédito a través de un servidor al que se le envían el número de la tarjeta y el código de seguridad. Una vez validados estos datos y comprobados los fondos el servidor realiza el cobro. </a:t>
            </a:r>
            <a:endParaRPr b="0" i="0" sz="2600" u="none" cap="none" strike="noStrike">
              <a:solidFill>
                <a:schemeClr val="dk1"/>
              </a:solidFill>
              <a:latin typeface="Calibri"/>
              <a:ea typeface="Calibri"/>
              <a:cs typeface="Calibri"/>
              <a:sym typeface="Calibri"/>
            </a:endParaRPr>
          </a:p>
          <a:p>
            <a:pPr indent="238125" lvl="0" marL="114300" marR="0" rtl="0" algn="just">
              <a:lnSpc>
                <a:spcPct val="100000"/>
              </a:lnSpc>
              <a:spcBef>
                <a:spcPts val="600"/>
              </a:spcBef>
              <a:spcAft>
                <a:spcPts val="0"/>
              </a:spcAft>
              <a:buClr>
                <a:schemeClr val="accent1"/>
              </a:buClr>
              <a:buSzPct val="76000"/>
              <a:buFont typeface="Noto Sans Symbols"/>
              <a:buNone/>
            </a:pPr>
            <a:r>
              <a:rPr b="0" i="0" lang="en-US" sz="2600" u="none" cap="none" strike="noStrike">
                <a:solidFill>
                  <a:schemeClr val="dk1"/>
                </a:solidFill>
                <a:latin typeface="Calibri"/>
                <a:ea typeface="Calibri"/>
                <a:cs typeface="Calibri"/>
                <a:sym typeface="Calibri"/>
              </a:rPr>
              <a:t>A los usuarios visitantes sólo se les permite ver los adelantos. Para esto, el sistema muestra una lista de las últimas películas de la semana. El usuario selecciona cuál desea ver, y el sistema lo reproduce en pantalla. </a:t>
            </a:r>
            <a:endParaRPr b="0" i="0" sz="2600" u="none" cap="none" strike="noStrike">
              <a:solidFill>
                <a:schemeClr val="dk1"/>
              </a:solidFill>
              <a:latin typeface="Calibri"/>
              <a:ea typeface="Calibri"/>
              <a:cs typeface="Calibri"/>
              <a:sym typeface="Calibri"/>
            </a:endParaRPr>
          </a:p>
          <a:p>
            <a:pPr indent="238125" lvl="0" marL="114300" marR="0" rtl="0" algn="just">
              <a:lnSpc>
                <a:spcPct val="100000"/>
              </a:lnSpc>
              <a:spcBef>
                <a:spcPts val="600"/>
              </a:spcBef>
              <a:spcAft>
                <a:spcPts val="0"/>
              </a:spcAft>
              <a:buClr>
                <a:schemeClr val="accent1"/>
              </a:buClr>
              <a:buSzPct val="76000"/>
              <a:buFont typeface="Noto Sans Symbols"/>
              <a:buNone/>
            </a:pPr>
            <a:r>
              <a:rPr b="0" i="0" lang="en-US" sz="2600" u="none" cap="none" strike="noStrike">
                <a:solidFill>
                  <a:schemeClr val="dk1"/>
                </a:solidFill>
                <a:latin typeface="Calibri"/>
                <a:ea typeface="Calibri"/>
                <a:cs typeface="Calibri"/>
                <a:sym typeface="Calibri"/>
              </a:rPr>
              <a:t>Un usuario visitante puede registrarse y pasar a ser un usuario registrado, para lo cual debe completar los datos personales, eligiendo un nombre de usuario único y una contraseña.</a:t>
            </a:r>
            <a:endParaRPr b="0" i="0" sz="2600" u="none" cap="none" strike="noStrike">
              <a:solidFill>
                <a:schemeClr val="dk1"/>
              </a:solidFill>
              <a:latin typeface="Calibri"/>
              <a:ea typeface="Calibri"/>
              <a:cs typeface="Calibri"/>
              <a:sym typeface="Calibri"/>
            </a:endParaRPr>
          </a:p>
        </p:txBody>
      </p:sp>
      <p:sp>
        <p:nvSpPr>
          <p:cNvPr id="517" name="Google Shape;517;p8"/>
          <p:cNvSpPr/>
          <p:nvPr/>
        </p:nvSpPr>
        <p:spPr>
          <a:xfrm>
            <a:off x="8775150" y="2255700"/>
            <a:ext cx="1713300" cy="288000"/>
          </a:xfrm>
          <a:prstGeom prst="roundRect">
            <a:avLst>
              <a:gd fmla="val 16667" name="adj"/>
            </a:avLst>
          </a:prstGeom>
          <a:noFill/>
          <a:ln cap="flat" cmpd="sng" w="38100">
            <a:solidFill>
              <a:srgbClr val="638BA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18" name="Google Shape;518;p8"/>
          <p:cNvSpPr/>
          <p:nvPr/>
        </p:nvSpPr>
        <p:spPr>
          <a:xfrm>
            <a:off x="3458484" y="2810575"/>
            <a:ext cx="3387300" cy="300600"/>
          </a:xfrm>
          <a:prstGeom prst="roundRect">
            <a:avLst>
              <a:gd fmla="val 16667" name="adj"/>
            </a:avLst>
          </a:prstGeom>
          <a:noFill/>
          <a:ln cap="flat" cmpd="sng" w="38100">
            <a:solidFill>
              <a:srgbClr val="00B05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19" name="Google Shape;519;p8"/>
          <p:cNvSpPr/>
          <p:nvPr/>
        </p:nvSpPr>
        <p:spPr>
          <a:xfrm>
            <a:off x="4799431" y="5429334"/>
            <a:ext cx="2160300" cy="288000"/>
          </a:xfrm>
          <a:prstGeom prst="roundRect">
            <a:avLst>
              <a:gd fmla="val 16667" name="adj"/>
            </a:avLst>
          </a:prstGeom>
          <a:noFill/>
          <a:ln cap="flat" cmpd="sng" w="381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20" name="Google Shape;520;p8"/>
          <p:cNvSpPr/>
          <p:nvPr/>
        </p:nvSpPr>
        <p:spPr>
          <a:xfrm>
            <a:off x="3232350" y="2543700"/>
            <a:ext cx="3446400" cy="262500"/>
          </a:xfrm>
          <a:prstGeom prst="roundRect">
            <a:avLst>
              <a:gd fmla="val 16667" name="adj"/>
            </a:avLst>
          </a:prstGeom>
          <a:noFill/>
          <a:ln cap="flat" cmpd="sng" w="381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21" name="Google Shape;521;p8"/>
          <p:cNvSpPr/>
          <p:nvPr/>
        </p:nvSpPr>
        <p:spPr>
          <a:xfrm>
            <a:off x="8001002" y="3115550"/>
            <a:ext cx="970800" cy="309300"/>
          </a:xfrm>
          <a:prstGeom prst="roundRect">
            <a:avLst>
              <a:gd fmla="val 16667" name="adj"/>
            </a:avLst>
          </a:prstGeom>
          <a:noFill/>
          <a:ln cap="flat" cmpd="sng" w="38100">
            <a:solidFill>
              <a:srgbClr val="B3880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522" name="Google Shape;522;p8"/>
          <p:cNvGrpSpPr/>
          <p:nvPr/>
        </p:nvGrpSpPr>
        <p:grpSpPr>
          <a:xfrm rot="-2126153">
            <a:off x="113090" y="-580517"/>
            <a:ext cx="4022522" cy="2798121"/>
            <a:chOff x="5920602" y="118745"/>
            <a:chExt cx="4022522" cy="2799315"/>
          </a:xfrm>
        </p:grpSpPr>
        <p:pic>
          <p:nvPicPr>
            <p:cNvPr descr="C:\Users\Vero\Dropbox\Con Nico\hojita.png" id="523" name="Google Shape;523;p8"/>
            <p:cNvPicPr preferRelativeResize="0"/>
            <p:nvPr/>
          </p:nvPicPr>
          <p:blipFill rotWithShape="1">
            <a:blip r:embed="rId3">
              <a:alphaModFix/>
            </a:blip>
            <a:srcRect b="0" l="0" r="0" t="0"/>
            <a:stretch/>
          </p:blipFill>
          <p:spPr>
            <a:xfrm rot="1602170">
              <a:off x="5972939" y="937007"/>
              <a:ext cx="3917848" cy="1162791"/>
            </a:xfrm>
            <a:prstGeom prst="rect">
              <a:avLst/>
            </a:prstGeom>
            <a:noFill/>
            <a:ln>
              <a:noFill/>
            </a:ln>
          </p:spPr>
        </p:pic>
        <p:sp>
          <p:nvSpPr>
            <p:cNvPr id="524" name="Google Shape;524;p8"/>
            <p:cNvSpPr txBox="1"/>
            <p:nvPr/>
          </p:nvSpPr>
          <p:spPr>
            <a:xfrm rot="1572087">
              <a:off x="6167334" y="1267404"/>
              <a:ext cx="3596167" cy="40028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FF0000"/>
                  </a:solidFill>
                  <a:latin typeface="Architects Daughter"/>
                  <a:ea typeface="Architects Daughter"/>
                  <a:cs typeface="Architects Daughter"/>
                  <a:sym typeface="Architects Daughter"/>
                </a:rPr>
                <a:t>Identificación de C. U.</a:t>
              </a:r>
              <a:endParaRPr b="1" i="0" sz="2000" u="none" cap="none" strike="noStrike">
                <a:solidFill>
                  <a:srgbClr val="FF0000"/>
                </a:solidFill>
                <a:latin typeface="Architects Daughter"/>
                <a:ea typeface="Architects Daughter"/>
                <a:cs typeface="Architects Daughter"/>
                <a:sym typeface="Architects Daughte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9"/>
          <p:cNvSpPr/>
          <p:nvPr/>
        </p:nvSpPr>
        <p:spPr>
          <a:xfrm>
            <a:off x="3575720" y="1318161"/>
            <a:ext cx="5712073" cy="5135175"/>
          </a:xfrm>
          <a:prstGeom prst="rect">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31" name="Google Shape;531;p9"/>
          <p:cNvSpPr txBox="1"/>
          <p:nvPr>
            <p:ph idx="12" type="sldNum"/>
          </p:nvPr>
        </p:nvSpPr>
        <p:spPr>
          <a:xfrm>
            <a:off x="816864" y="6356350"/>
            <a:ext cx="26416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2"/>
              </a:buClr>
              <a:buSzPts val="1400"/>
              <a:buFont typeface="Gill Sans"/>
              <a:buNone/>
            </a:pPr>
            <a:fld id="{00000000-1234-1234-1234-123412341234}" type="slidenum">
              <a:rPr lang="en-US"/>
              <a:t>‹#›</a:t>
            </a:fld>
            <a:endParaRPr/>
          </a:p>
        </p:txBody>
      </p:sp>
      <p:sp>
        <p:nvSpPr>
          <p:cNvPr id="532" name="Google Shape;532;p9"/>
          <p:cNvSpPr/>
          <p:nvPr/>
        </p:nvSpPr>
        <p:spPr>
          <a:xfrm>
            <a:off x="4117286" y="4527061"/>
            <a:ext cx="1470829" cy="758746"/>
          </a:xfrm>
          <a:prstGeom prst="ellipse">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Ver Adelanto</a:t>
            </a:r>
            <a:endParaRPr b="0" i="0" sz="1400" u="none" cap="none" strike="noStrike">
              <a:solidFill>
                <a:srgbClr val="000000"/>
              </a:solidFill>
              <a:latin typeface="Arial"/>
              <a:ea typeface="Arial"/>
              <a:cs typeface="Arial"/>
              <a:sym typeface="Arial"/>
            </a:endParaRPr>
          </a:p>
        </p:txBody>
      </p:sp>
      <p:sp>
        <p:nvSpPr>
          <p:cNvPr id="533" name="Google Shape;533;p9"/>
          <p:cNvSpPr txBox="1"/>
          <p:nvPr/>
        </p:nvSpPr>
        <p:spPr>
          <a:xfrm rot="-230502">
            <a:off x="5971547" y="3705494"/>
            <a:ext cx="119862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&lt;Extend&gt;</a:t>
            </a:r>
            <a:endParaRPr b="0" i="0" sz="1400" u="none" cap="none" strike="noStrike">
              <a:solidFill>
                <a:srgbClr val="000000"/>
              </a:solidFill>
              <a:latin typeface="Arial"/>
              <a:ea typeface="Arial"/>
              <a:cs typeface="Arial"/>
              <a:sym typeface="Arial"/>
            </a:endParaRPr>
          </a:p>
        </p:txBody>
      </p:sp>
      <p:cxnSp>
        <p:nvCxnSpPr>
          <p:cNvPr id="534" name="Google Shape;534;p9"/>
          <p:cNvCxnSpPr/>
          <p:nvPr/>
        </p:nvCxnSpPr>
        <p:spPr>
          <a:xfrm>
            <a:off x="2739578" y="5025882"/>
            <a:ext cx="1144772" cy="707655"/>
          </a:xfrm>
          <a:prstGeom prst="straightConnector1">
            <a:avLst/>
          </a:prstGeom>
          <a:noFill/>
          <a:ln cap="flat" cmpd="sng" w="25400">
            <a:solidFill>
              <a:srgbClr val="C00000"/>
            </a:solidFill>
            <a:prstDash val="solid"/>
            <a:round/>
            <a:headEnd len="sm" w="sm" type="none"/>
            <a:tailEnd len="lg" w="lg" type="triangle"/>
          </a:ln>
          <a:effectLst>
            <a:outerShdw blurRad="40000" rotWithShape="0" dir="5400000" dist="20000">
              <a:srgbClr val="000000">
                <a:alpha val="36470"/>
              </a:srgbClr>
            </a:outerShdw>
          </a:effectLst>
        </p:spPr>
      </p:cxnSp>
      <p:cxnSp>
        <p:nvCxnSpPr>
          <p:cNvPr id="535" name="Google Shape;535;p9"/>
          <p:cNvCxnSpPr/>
          <p:nvPr/>
        </p:nvCxnSpPr>
        <p:spPr>
          <a:xfrm flipH="1">
            <a:off x="5820921" y="3705494"/>
            <a:ext cx="1349249" cy="88276"/>
          </a:xfrm>
          <a:prstGeom prst="straightConnector1">
            <a:avLst/>
          </a:prstGeom>
          <a:noFill/>
          <a:ln cap="flat" cmpd="sng" w="25400">
            <a:solidFill>
              <a:srgbClr val="C00000"/>
            </a:solidFill>
            <a:prstDash val="solid"/>
            <a:round/>
            <a:headEnd len="sm" w="sm" type="none"/>
            <a:tailEnd len="lg" w="lg" type="triangle"/>
          </a:ln>
          <a:effectLst>
            <a:outerShdw blurRad="40000" rotWithShape="0" dir="5400000" dist="20000">
              <a:srgbClr val="000000">
                <a:alpha val="36470"/>
              </a:srgbClr>
            </a:outerShdw>
          </a:effectLst>
        </p:spPr>
      </p:cxnSp>
      <p:cxnSp>
        <p:nvCxnSpPr>
          <p:cNvPr id="536" name="Google Shape;536;p9"/>
          <p:cNvCxnSpPr/>
          <p:nvPr/>
        </p:nvCxnSpPr>
        <p:spPr>
          <a:xfrm flipH="1" rot="10800000">
            <a:off x="8916576" y="3308574"/>
            <a:ext cx="638981" cy="124873"/>
          </a:xfrm>
          <a:prstGeom prst="straightConnector1">
            <a:avLst/>
          </a:prstGeom>
          <a:noFill/>
          <a:ln cap="flat" cmpd="sng" w="25400">
            <a:solidFill>
              <a:srgbClr val="C00000"/>
            </a:solidFill>
            <a:prstDash val="solid"/>
            <a:round/>
            <a:headEnd len="sm" w="sm" type="none"/>
            <a:tailEnd len="sm" w="sm" type="none"/>
          </a:ln>
          <a:effectLst>
            <a:outerShdw blurRad="40000" rotWithShape="0" dir="5400000" dist="20000">
              <a:srgbClr val="000000">
                <a:alpha val="36470"/>
              </a:srgbClr>
            </a:outerShdw>
          </a:effectLst>
        </p:spPr>
      </p:cxnSp>
      <p:sp>
        <p:nvSpPr>
          <p:cNvPr id="537" name="Google Shape;537;p9"/>
          <p:cNvSpPr txBox="1"/>
          <p:nvPr/>
        </p:nvSpPr>
        <p:spPr>
          <a:xfrm>
            <a:off x="9287793" y="3659329"/>
            <a:ext cx="1074971" cy="83099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alibri"/>
                <a:ea typeface="Calibri"/>
                <a:cs typeface="Calibri"/>
                <a:sym typeface="Calibri"/>
              </a:rPr>
              <a:t>Servidor externo de tarjetas</a:t>
            </a:r>
            <a:endParaRPr b="0" i="0" sz="1400" u="none" cap="none" strike="noStrike">
              <a:solidFill>
                <a:srgbClr val="000000"/>
              </a:solidFill>
              <a:latin typeface="Arial"/>
              <a:ea typeface="Arial"/>
              <a:cs typeface="Arial"/>
              <a:sym typeface="Arial"/>
            </a:endParaRPr>
          </a:p>
        </p:txBody>
      </p:sp>
      <p:grpSp>
        <p:nvGrpSpPr>
          <p:cNvPr id="538" name="Google Shape;538;p9"/>
          <p:cNvGrpSpPr/>
          <p:nvPr/>
        </p:nvGrpSpPr>
        <p:grpSpPr>
          <a:xfrm>
            <a:off x="9616154" y="2846620"/>
            <a:ext cx="418251" cy="770074"/>
            <a:chOff x="1047750" y="2029558"/>
            <a:chExt cx="662940" cy="1220590"/>
          </a:xfrm>
        </p:grpSpPr>
        <p:sp>
          <p:nvSpPr>
            <p:cNvPr id="539" name="Google Shape;539;p9"/>
            <p:cNvSpPr/>
            <p:nvPr/>
          </p:nvSpPr>
          <p:spPr>
            <a:xfrm>
              <a:off x="1215389" y="2029558"/>
              <a:ext cx="337625" cy="337625"/>
            </a:xfrm>
            <a:prstGeom prst="ellipse">
              <a:avLst/>
            </a:prstGeom>
            <a:solidFill>
              <a:srgbClr val="002060"/>
            </a:solidFill>
            <a:ln cap="flat" cmpd="sng" w="25400">
              <a:solidFill>
                <a:srgbClr val="00206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cxnSp>
          <p:nvCxnSpPr>
            <p:cNvPr id="540" name="Google Shape;540;p9"/>
            <p:cNvCxnSpPr/>
            <p:nvPr/>
          </p:nvCxnSpPr>
          <p:spPr>
            <a:xfrm>
              <a:off x="1379220" y="2362200"/>
              <a:ext cx="0" cy="468848"/>
            </a:xfrm>
            <a:prstGeom prst="straightConnector1">
              <a:avLst/>
            </a:prstGeom>
            <a:noFill/>
            <a:ln cap="flat" cmpd="sng" w="19050">
              <a:solidFill>
                <a:srgbClr val="002060"/>
              </a:solidFill>
              <a:prstDash val="solid"/>
              <a:round/>
              <a:headEnd len="sm" w="sm" type="none"/>
              <a:tailEnd len="sm" w="sm" type="none"/>
            </a:ln>
          </p:spPr>
        </p:cxnSp>
        <p:cxnSp>
          <p:nvCxnSpPr>
            <p:cNvPr id="541" name="Google Shape;541;p9"/>
            <p:cNvCxnSpPr/>
            <p:nvPr/>
          </p:nvCxnSpPr>
          <p:spPr>
            <a:xfrm>
              <a:off x="1047750" y="2468880"/>
              <a:ext cx="662940" cy="0"/>
            </a:xfrm>
            <a:prstGeom prst="straightConnector1">
              <a:avLst/>
            </a:prstGeom>
            <a:noFill/>
            <a:ln cap="flat" cmpd="sng" w="19050">
              <a:solidFill>
                <a:srgbClr val="002060"/>
              </a:solidFill>
              <a:prstDash val="solid"/>
              <a:round/>
              <a:headEnd len="sm" w="sm" type="none"/>
              <a:tailEnd len="sm" w="sm" type="none"/>
            </a:ln>
          </p:spPr>
        </p:cxnSp>
        <p:cxnSp>
          <p:nvCxnSpPr>
            <p:cNvPr id="542" name="Google Shape;542;p9"/>
            <p:cNvCxnSpPr/>
            <p:nvPr/>
          </p:nvCxnSpPr>
          <p:spPr>
            <a:xfrm>
              <a:off x="1380987" y="2831048"/>
              <a:ext cx="297180" cy="419100"/>
            </a:xfrm>
            <a:prstGeom prst="straightConnector1">
              <a:avLst/>
            </a:prstGeom>
            <a:noFill/>
            <a:ln cap="flat" cmpd="sng" w="19050">
              <a:solidFill>
                <a:srgbClr val="002060"/>
              </a:solidFill>
              <a:prstDash val="solid"/>
              <a:round/>
              <a:headEnd len="sm" w="sm" type="none"/>
              <a:tailEnd len="sm" w="sm" type="none"/>
            </a:ln>
          </p:spPr>
        </p:cxnSp>
        <p:cxnSp>
          <p:nvCxnSpPr>
            <p:cNvPr id="543" name="Google Shape;543;p9"/>
            <p:cNvCxnSpPr/>
            <p:nvPr/>
          </p:nvCxnSpPr>
          <p:spPr>
            <a:xfrm flipH="1">
              <a:off x="1112520" y="2831048"/>
              <a:ext cx="266700" cy="419100"/>
            </a:xfrm>
            <a:prstGeom prst="straightConnector1">
              <a:avLst/>
            </a:prstGeom>
            <a:noFill/>
            <a:ln cap="flat" cmpd="sng" w="19050">
              <a:solidFill>
                <a:srgbClr val="002060"/>
              </a:solidFill>
              <a:prstDash val="solid"/>
              <a:round/>
              <a:headEnd len="sm" w="sm" type="none"/>
              <a:tailEnd len="sm" w="sm" type="none"/>
            </a:ln>
          </p:spPr>
        </p:cxnSp>
      </p:grpSp>
      <p:grpSp>
        <p:nvGrpSpPr>
          <p:cNvPr id="544" name="Google Shape;544;p9"/>
          <p:cNvGrpSpPr/>
          <p:nvPr/>
        </p:nvGrpSpPr>
        <p:grpSpPr>
          <a:xfrm>
            <a:off x="2120636" y="4420269"/>
            <a:ext cx="418251" cy="770074"/>
            <a:chOff x="1047750" y="2029558"/>
            <a:chExt cx="662940" cy="1220590"/>
          </a:xfrm>
        </p:grpSpPr>
        <p:sp>
          <p:nvSpPr>
            <p:cNvPr id="545" name="Google Shape;545;p9"/>
            <p:cNvSpPr/>
            <p:nvPr/>
          </p:nvSpPr>
          <p:spPr>
            <a:xfrm>
              <a:off x="1215389" y="2029558"/>
              <a:ext cx="337625" cy="337625"/>
            </a:xfrm>
            <a:prstGeom prst="ellipse">
              <a:avLst/>
            </a:prstGeom>
            <a:solidFill>
              <a:srgbClr val="002060"/>
            </a:solidFill>
            <a:ln cap="flat" cmpd="sng" w="25400">
              <a:solidFill>
                <a:srgbClr val="00206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cxnSp>
          <p:nvCxnSpPr>
            <p:cNvPr id="546" name="Google Shape;546;p9"/>
            <p:cNvCxnSpPr/>
            <p:nvPr/>
          </p:nvCxnSpPr>
          <p:spPr>
            <a:xfrm>
              <a:off x="1379220" y="2362200"/>
              <a:ext cx="0" cy="468848"/>
            </a:xfrm>
            <a:prstGeom prst="straightConnector1">
              <a:avLst/>
            </a:prstGeom>
            <a:noFill/>
            <a:ln cap="flat" cmpd="sng" w="19050">
              <a:solidFill>
                <a:srgbClr val="002060"/>
              </a:solidFill>
              <a:prstDash val="solid"/>
              <a:round/>
              <a:headEnd len="sm" w="sm" type="none"/>
              <a:tailEnd len="sm" w="sm" type="none"/>
            </a:ln>
          </p:spPr>
        </p:cxnSp>
        <p:cxnSp>
          <p:nvCxnSpPr>
            <p:cNvPr id="547" name="Google Shape;547;p9"/>
            <p:cNvCxnSpPr/>
            <p:nvPr/>
          </p:nvCxnSpPr>
          <p:spPr>
            <a:xfrm>
              <a:off x="1047750" y="2468880"/>
              <a:ext cx="662940" cy="0"/>
            </a:xfrm>
            <a:prstGeom prst="straightConnector1">
              <a:avLst/>
            </a:prstGeom>
            <a:noFill/>
            <a:ln cap="flat" cmpd="sng" w="19050">
              <a:solidFill>
                <a:srgbClr val="002060"/>
              </a:solidFill>
              <a:prstDash val="solid"/>
              <a:round/>
              <a:headEnd len="sm" w="sm" type="none"/>
              <a:tailEnd len="sm" w="sm" type="none"/>
            </a:ln>
          </p:spPr>
        </p:cxnSp>
        <p:cxnSp>
          <p:nvCxnSpPr>
            <p:cNvPr id="548" name="Google Shape;548;p9"/>
            <p:cNvCxnSpPr/>
            <p:nvPr/>
          </p:nvCxnSpPr>
          <p:spPr>
            <a:xfrm>
              <a:off x="1380987" y="2831048"/>
              <a:ext cx="297180" cy="419100"/>
            </a:xfrm>
            <a:prstGeom prst="straightConnector1">
              <a:avLst/>
            </a:prstGeom>
            <a:noFill/>
            <a:ln cap="flat" cmpd="sng" w="19050">
              <a:solidFill>
                <a:srgbClr val="002060"/>
              </a:solidFill>
              <a:prstDash val="solid"/>
              <a:round/>
              <a:headEnd len="sm" w="sm" type="none"/>
              <a:tailEnd len="sm" w="sm" type="none"/>
            </a:ln>
          </p:spPr>
        </p:cxnSp>
        <p:cxnSp>
          <p:nvCxnSpPr>
            <p:cNvPr id="549" name="Google Shape;549;p9"/>
            <p:cNvCxnSpPr/>
            <p:nvPr/>
          </p:nvCxnSpPr>
          <p:spPr>
            <a:xfrm flipH="1">
              <a:off x="1112520" y="2831048"/>
              <a:ext cx="266700" cy="419100"/>
            </a:xfrm>
            <a:prstGeom prst="straightConnector1">
              <a:avLst/>
            </a:prstGeom>
            <a:noFill/>
            <a:ln cap="flat" cmpd="sng" w="19050">
              <a:solidFill>
                <a:srgbClr val="002060"/>
              </a:solidFill>
              <a:prstDash val="solid"/>
              <a:round/>
              <a:headEnd len="sm" w="sm" type="none"/>
              <a:tailEnd len="sm" w="sm" type="none"/>
            </a:ln>
          </p:spPr>
        </p:cxnSp>
      </p:grpSp>
      <p:sp>
        <p:nvSpPr>
          <p:cNvPr id="550" name="Google Shape;550;p9"/>
          <p:cNvSpPr txBox="1"/>
          <p:nvPr/>
        </p:nvSpPr>
        <p:spPr>
          <a:xfrm>
            <a:off x="1910684" y="2683683"/>
            <a:ext cx="1169993"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alibri"/>
                <a:ea typeface="Calibri"/>
                <a:cs typeface="Calibri"/>
                <a:sym typeface="Calibri"/>
              </a:rPr>
              <a:t>Usuario Registrado</a:t>
            </a:r>
            <a:endParaRPr b="0" i="0" sz="1400" u="none" cap="none" strike="noStrike">
              <a:solidFill>
                <a:srgbClr val="000000"/>
              </a:solidFill>
              <a:latin typeface="Arial"/>
              <a:ea typeface="Arial"/>
              <a:cs typeface="Arial"/>
              <a:sym typeface="Arial"/>
            </a:endParaRPr>
          </a:p>
        </p:txBody>
      </p:sp>
      <p:sp>
        <p:nvSpPr>
          <p:cNvPr id="551" name="Google Shape;551;p9"/>
          <p:cNvSpPr/>
          <p:nvPr/>
        </p:nvSpPr>
        <p:spPr>
          <a:xfrm>
            <a:off x="4139779" y="1487608"/>
            <a:ext cx="1269907" cy="657242"/>
          </a:xfrm>
          <a:prstGeom prst="ellipse">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Iniciar Sesión</a:t>
            </a:r>
            <a:endParaRPr b="0" i="0" sz="1400" u="none" cap="none" strike="noStrike">
              <a:solidFill>
                <a:srgbClr val="000000"/>
              </a:solidFill>
              <a:latin typeface="Arial"/>
              <a:ea typeface="Arial"/>
              <a:cs typeface="Arial"/>
              <a:sym typeface="Arial"/>
            </a:endParaRPr>
          </a:p>
        </p:txBody>
      </p:sp>
      <p:sp>
        <p:nvSpPr>
          <p:cNvPr id="552" name="Google Shape;552;p9"/>
          <p:cNvSpPr/>
          <p:nvPr/>
        </p:nvSpPr>
        <p:spPr>
          <a:xfrm>
            <a:off x="4136840" y="2314297"/>
            <a:ext cx="1309479" cy="753396"/>
          </a:xfrm>
          <a:prstGeom prst="ellipse">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Cerrar Sesión</a:t>
            </a:r>
            <a:endParaRPr b="0" i="0" sz="1400" u="none" cap="none" strike="noStrike">
              <a:solidFill>
                <a:srgbClr val="000000"/>
              </a:solidFill>
              <a:latin typeface="Arial"/>
              <a:ea typeface="Arial"/>
              <a:cs typeface="Arial"/>
              <a:sym typeface="Arial"/>
            </a:endParaRPr>
          </a:p>
        </p:txBody>
      </p:sp>
      <p:sp>
        <p:nvSpPr>
          <p:cNvPr id="553" name="Google Shape;553;p9"/>
          <p:cNvSpPr/>
          <p:nvPr/>
        </p:nvSpPr>
        <p:spPr>
          <a:xfrm>
            <a:off x="7256722" y="3094989"/>
            <a:ext cx="1607164" cy="884943"/>
          </a:xfrm>
          <a:prstGeom prst="ellipse">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Pagar con tarjeta</a:t>
            </a:r>
            <a:endParaRPr b="0" i="0" sz="1400" u="none" cap="none" strike="noStrike">
              <a:solidFill>
                <a:srgbClr val="000000"/>
              </a:solidFill>
              <a:latin typeface="Arial"/>
              <a:ea typeface="Arial"/>
              <a:cs typeface="Arial"/>
              <a:sym typeface="Arial"/>
            </a:endParaRPr>
          </a:p>
        </p:txBody>
      </p:sp>
      <p:sp>
        <p:nvSpPr>
          <p:cNvPr id="554" name="Google Shape;554;p9"/>
          <p:cNvSpPr/>
          <p:nvPr/>
        </p:nvSpPr>
        <p:spPr>
          <a:xfrm>
            <a:off x="4136840" y="3424654"/>
            <a:ext cx="1558975" cy="848061"/>
          </a:xfrm>
          <a:prstGeom prst="ellipse">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Ver película</a:t>
            </a:r>
            <a:endParaRPr b="0" i="0" sz="1400" u="none" cap="none" strike="noStrike">
              <a:solidFill>
                <a:srgbClr val="000000"/>
              </a:solidFill>
              <a:latin typeface="Arial"/>
              <a:ea typeface="Arial"/>
              <a:cs typeface="Arial"/>
              <a:sym typeface="Arial"/>
            </a:endParaRPr>
          </a:p>
        </p:txBody>
      </p:sp>
      <p:cxnSp>
        <p:nvCxnSpPr>
          <p:cNvPr id="555" name="Google Shape;555;p9"/>
          <p:cNvCxnSpPr/>
          <p:nvPr/>
        </p:nvCxnSpPr>
        <p:spPr>
          <a:xfrm flipH="1" rot="10800000">
            <a:off x="3036885" y="1804392"/>
            <a:ext cx="956844" cy="433431"/>
          </a:xfrm>
          <a:prstGeom prst="straightConnector1">
            <a:avLst/>
          </a:prstGeom>
          <a:noFill/>
          <a:ln cap="flat" cmpd="sng" w="25400">
            <a:solidFill>
              <a:srgbClr val="C00000"/>
            </a:solidFill>
            <a:prstDash val="solid"/>
            <a:round/>
            <a:headEnd len="sm" w="sm" type="none"/>
            <a:tailEnd len="lg" w="lg" type="triangle"/>
          </a:ln>
          <a:effectLst>
            <a:outerShdw blurRad="40000" rotWithShape="0" dir="5400000" dist="20000">
              <a:srgbClr val="000000">
                <a:alpha val="36470"/>
              </a:srgbClr>
            </a:outerShdw>
          </a:effectLst>
        </p:spPr>
      </p:cxnSp>
      <p:cxnSp>
        <p:nvCxnSpPr>
          <p:cNvPr id="556" name="Google Shape;556;p9"/>
          <p:cNvCxnSpPr/>
          <p:nvPr/>
        </p:nvCxnSpPr>
        <p:spPr>
          <a:xfrm>
            <a:off x="3036885" y="2408623"/>
            <a:ext cx="992254" cy="32886"/>
          </a:xfrm>
          <a:prstGeom prst="straightConnector1">
            <a:avLst/>
          </a:prstGeom>
          <a:noFill/>
          <a:ln cap="flat" cmpd="sng" w="25400">
            <a:solidFill>
              <a:srgbClr val="C00000"/>
            </a:solidFill>
            <a:prstDash val="solid"/>
            <a:round/>
            <a:headEnd len="sm" w="sm" type="none"/>
            <a:tailEnd len="lg" w="lg" type="triangle"/>
          </a:ln>
          <a:effectLst>
            <a:outerShdw blurRad="40000" rotWithShape="0" dir="5400000" dist="20000">
              <a:srgbClr val="000000">
                <a:alpha val="36470"/>
              </a:srgbClr>
            </a:outerShdw>
          </a:effectLst>
        </p:spPr>
      </p:cxnSp>
      <p:cxnSp>
        <p:nvCxnSpPr>
          <p:cNvPr id="557" name="Google Shape;557;p9"/>
          <p:cNvCxnSpPr/>
          <p:nvPr/>
        </p:nvCxnSpPr>
        <p:spPr>
          <a:xfrm>
            <a:off x="3036885" y="2794768"/>
            <a:ext cx="1238190" cy="638678"/>
          </a:xfrm>
          <a:prstGeom prst="straightConnector1">
            <a:avLst/>
          </a:prstGeom>
          <a:noFill/>
          <a:ln cap="flat" cmpd="sng" w="25400">
            <a:solidFill>
              <a:srgbClr val="C00000"/>
            </a:solidFill>
            <a:prstDash val="solid"/>
            <a:round/>
            <a:headEnd len="sm" w="sm" type="none"/>
            <a:tailEnd len="lg" w="lg" type="triangle"/>
          </a:ln>
          <a:effectLst>
            <a:outerShdw blurRad="40000" rotWithShape="0" dir="5400000" dist="20000">
              <a:srgbClr val="000000">
                <a:alpha val="36470"/>
              </a:srgbClr>
            </a:outerShdw>
          </a:effectLst>
        </p:spPr>
      </p:cxnSp>
      <p:grpSp>
        <p:nvGrpSpPr>
          <p:cNvPr id="558" name="Google Shape;558;p9"/>
          <p:cNvGrpSpPr/>
          <p:nvPr/>
        </p:nvGrpSpPr>
        <p:grpSpPr>
          <a:xfrm>
            <a:off x="2259605" y="1944307"/>
            <a:ext cx="418251" cy="770074"/>
            <a:chOff x="1047750" y="2029558"/>
            <a:chExt cx="662940" cy="1220590"/>
          </a:xfrm>
        </p:grpSpPr>
        <p:sp>
          <p:nvSpPr>
            <p:cNvPr id="559" name="Google Shape;559;p9"/>
            <p:cNvSpPr/>
            <p:nvPr/>
          </p:nvSpPr>
          <p:spPr>
            <a:xfrm>
              <a:off x="1215389" y="2029558"/>
              <a:ext cx="337625" cy="337625"/>
            </a:xfrm>
            <a:prstGeom prst="ellipse">
              <a:avLst/>
            </a:prstGeom>
            <a:solidFill>
              <a:srgbClr val="002060"/>
            </a:solidFill>
            <a:ln cap="flat" cmpd="sng" w="25400">
              <a:solidFill>
                <a:srgbClr val="00206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cxnSp>
          <p:nvCxnSpPr>
            <p:cNvPr id="560" name="Google Shape;560;p9"/>
            <p:cNvCxnSpPr/>
            <p:nvPr/>
          </p:nvCxnSpPr>
          <p:spPr>
            <a:xfrm>
              <a:off x="1379220" y="2362200"/>
              <a:ext cx="0" cy="468848"/>
            </a:xfrm>
            <a:prstGeom prst="straightConnector1">
              <a:avLst/>
            </a:prstGeom>
            <a:noFill/>
            <a:ln cap="flat" cmpd="sng" w="19050">
              <a:solidFill>
                <a:srgbClr val="002060"/>
              </a:solidFill>
              <a:prstDash val="solid"/>
              <a:round/>
              <a:headEnd len="sm" w="sm" type="none"/>
              <a:tailEnd len="sm" w="sm" type="none"/>
            </a:ln>
          </p:spPr>
        </p:cxnSp>
        <p:cxnSp>
          <p:nvCxnSpPr>
            <p:cNvPr id="561" name="Google Shape;561;p9"/>
            <p:cNvCxnSpPr/>
            <p:nvPr/>
          </p:nvCxnSpPr>
          <p:spPr>
            <a:xfrm>
              <a:off x="1047750" y="2468880"/>
              <a:ext cx="662940" cy="0"/>
            </a:xfrm>
            <a:prstGeom prst="straightConnector1">
              <a:avLst/>
            </a:prstGeom>
            <a:noFill/>
            <a:ln cap="flat" cmpd="sng" w="19050">
              <a:solidFill>
                <a:srgbClr val="002060"/>
              </a:solidFill>
              <a:prstDash val="solid"/>
              <a:round/>
              <a:headEnd len="sm" w="sm" type="none"/>
              <a:tailEnd len="sm" w="sm" type="none"/>
            </a:ln>
          </p:spPr>
        </p:cxnSp>
        <p:cxnSp>
          <p:nvCxnSpPr>
            <p:cNvPr id="562" name="Google Shape;562;p9"/>
            <p:cNvCxnSpPr/>
            <p:nvPr/>
          </p:nvCxnSpPr>
          <p:spPr>
            <a:xfrm>
              <a:off x="1380987" y="2831048"/>
              <a:ext cx="297180" cy="419100"/>
            </a:xfrm>
            <a:prstGeom prst="straightConnector1">
              <a:avLst/>
            </a:prstGeom>
            <a:noFill/>
            <a:ln cap="flat" cmpd="sng" w="19050">
              <a:solidFill>
                <a:srgbClr val="002060"/>
              </a:solidFill>
              <a:prstDash val="solid"/>
              <a:round/>
              <a:headEnd len="sm" w="sm" type="none"/>
              <a:tailEnd len="sm" w="sm" type="none"/>
            </a:ln>
          </p:spPr>
        </p:cxnSp>
        <p:cxnSp>
          <p:nvCxnSpPr>
            <p:cNvPr id="563" name="Google Shape;563;p9"/>
            <p:cNvCxnSpPr/>
            <p:nvPr/>
          </p:nvCxnSpPr>
          <p:spPr>
            <a:xfrm flipH="1">
              <a:off x="1112520" y="2831048"/>
              <a:ext cx="266700" cy="419100"/>
            </a:xfrm>
            <a:prstGeom prst="straightConnector1">
              <a:avLst/>
            </a:prstGeom>
            <a:noFill/>
            <a:ln cap="flat" cmpd="sng" w="19050">
              <a:solidFill>
                <a:srgbClr val="002060"/>
              </a:solidFill>
              <a:prstDash val="solid"/>
              <a:round/>
              <a:headEnd len="sm" w="sm" type="none"/>
              <a:tailEnd len="sm" w="sm" type="none"/>
            </a:ln>
          </p:spPr>
        </p:cxnSp>
      </p:grpSp>
      <p:sp>
        <p:nvSpPr>
          <p:cNvPr id="564" name="Google Shape;564;p9"/>
          <p:cNvSpPr txBox="1"/>
          <p:nvPr/>
        </p:nvSpPr>
        <p:spPr>
          <a:xfrm>
            <a:off x="1840528" y="5157192"/>
            <a:ext cx="1074971"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alibri"/>
                <a:ea typeface="Calibri"/>
                <a:cs typeface="Calibri"/>
                <a:sym typeface="Calibri"/>
              </a:rPr>
              <a:t>Usuario visitante</a:t>
            </a:r>
            <a:endParaRPr b="0" i="0" sz="1400" u="none" cap="none" strike="noStrike">
              <a:solidFill>
                <a:srgbClr val="000000"/>
              </a:solidFill>
              <a:latin typeface="Arial"/>
              <a:ea typeface="Arial"/>
              <a:cs typeface="Arial"/>
              <a:sym typeface="Arial"/>
            </a:endParaRPr>
          </a:p>
        </p:txBody>
      </p:sp>
      <p:sp>
        <p:nvSpPr>
          <p:cNvPr id="565" name="Google Shape;565;p9"/>
          <p:cNvSpPr/>
          <p:nvPr/>
        </p:nvSpPr>
        <p:spPr>
          <a:xfrm>
            <a:off x="4052739" y="5540154"/>
            <a:ext cx="1470829" cy="758746"/>
          </a:xfrm>
          <a:prstGeom prst="ellipse">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Registrar Usuario</a:t>
            </a:r>
            <a:endParaRPr b="0" i="0" sz="1400" u="none" cap="none" strike="noStrike">
              <a:solidFill>
                <a:srgbClr val="000000"/>
              </a:solidFill>
              <a:latin typeface="Arial"/>
              <a:ea typeface="Arial"/>
              <a:cs typeface="Arial"/>
              <a:sym typeface="Arial"/>
            </a:endParaRPr>
          </a:p>
        </p:txBody>
      </p:sp>
      <p:cxnSp>
        <p:nvCxnSpPr>
          <p:cNvPr id="566" name="Google Shape;566;p9"/>
          <p:cNvCxnSpPr/>
          <p:nvPr/>
        </p:nvCxnSpPr>
        <p:spPr>
          <a:xfrm>
            <a:off x="2766771" y="4735038"/>
            <a:ext cx="1226958" cy="94748"/>
          </a:xfrm>
          <a:prstGeom prst="straightConnector1">
            <a:avLst/>
          </a:prstGeom>
          <a:noFill/>
          <a:ln cap="flat" cmpd="sng" w="25400">
            <a:solidFill>
              <a:srgbClr val="C00000"/>
            </a:solidFill>
            <a:prstDash val="solid"/>
            <a:round/>
            <a:headEnd len="sm" w="sm" type="none"/>
            <a:tailEnd len="lg" w="lg" type="triangle"/>
          </a:ln>
          <a:effectLst>
            <a:outerShdw blurRad="40000" rotWithShape="0" dir="5400000" dist="20000">
              <a:srgbClr val="000000">
                <a:alpha val="36470"/>
              </a:srgbClr>
            </a:outerShdw>
          </a:effectLst>
        </p:spPr>
      </p:cxnSp>
      <p:cxnSp>
        <p:nvCxnSpPr>
          <p:cNvPr id="567" name="Google Shape;567;p9"/>
          <p:cNvCxnSpPr/>
          <p:nvPr/>
        </p:nvCxnSpPr>
        <p:spPr>
          <a:xfrm>
            <a:off x="2976895" y="2846621"/>
            <a:ext cx="1124208" cy="1643705"/>
          </a:xfrm>
          <a:prstGeom prst="straightConnector1">
            <a:avLst/>
          </a:prstGeom>
          <a:noFill/>
          <a:ln cap="flat" cmpd="sng" w="25400">
            <a:solidFill>
              <a:srgbClr val="C00000"/>
            </a:solidFill>
            <a:prstDash val="solid"/>
            <a:round/>
            <a:headEnd len="sm" w="sm" type="none"/>
            <a:tailEnd len="lg" w="lg" type="triangle"/>
          </a:ln>
          <a:effectLst>
            <a:outerShdw blurRad="40000" rotWithShape="0" dir="5400000" dist="20000">
              <a:srgbClr val="000000">
                <a:alpha val="36470"/>
              </a:srgbClr>
            </a:outerShdw>
          </a:effectLst>
        </p:spPr>
      </p:cxnSp>
      <p:sp>
        <p:nvSpPr>
          <p:cNvPr id="568" name="Google Shape;568;p9"/>
          <p:cNvSpPr/>
          <p:nvPr/>
        </p:nvSpPr>
        <p:spPr>
          <a:xfrm flipH="1" rot="-10209913">
            <a:off x="2812430" y="2705772"/>
            <a:ext cx="5725453" cy="603456"/>
          </a:xfrm>
          <a:prstGeom prst="arc">
            <a:avLst>
              <a:gd fmla="val 10948683" name="adj1"/>
              <a:gd fmla="val 21068514" name="adj2"/>
            </a:avLst>
          </a:prstGeom>
          <a:noFill/>
          <a:ln cap="flat" cmpd="sng" w="25400">
            <a:solidFill>
              <a:srgbClr val="C00000"/>
            </a:solidFill>
            <a:prstDash val="solid"/>
            <a:round/>
            <a:headEnd len="sm" w="sm" type="none"/>
            <a:tailEnd len="sm" w="sm" type="none"/>
          </a:ln>
          <a:effectLst>
            <a:outerShdw blurRad="40000" rotWithShape="0" dir="5400000" dist="20000">
              <a:srgbClr val="000000">
                <a:alpha val="3647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69" name="Google Shape;569;p9"/>
          <p:cNvSpPr txBox="1"/>
          <p:nvPr>
            <p:ph type="title"/>
          </p:nvPr>
        </p:nvSpPr>
        <p:spPr>
          <a:xfrm>
            <a:off x="1055440" y="228599"/>
            <a:ext cx="10526960" cy="921859"/>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2"/>
              </a:buClr>
              <a:buSzPts val="1800"/>
              <a:buNone/>
            </a:pPr>
            <a:r>
              <a:rPr lang="en-US"/>
              <a:t>Casos de uso – Ejemplo - Diagrama</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p10"/>
          <p:cNvSpPr/>
          <p:nvPr/>
        </p:nvSpPr>
        <p:spPr>
          <a:xfrm>
            <a:off x="3575720" y="1174145"/>
            <a:ext cx="5712073" cy="5135175"/>
          </a:xfrm>
          <a:prstGeom prst="rect">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76" name="Google Shape;576;p10"/>
          <p:cNvSpPr/>
          <p:nvPr/>
        </p:nvSpPr>
        <p:spPr>
          <a:xfrm>
            <a:off x="4117286" y="4383045"/>
            <a:ext cx="1470829" cy="758746"/>
          </a:xfrm>
          <a:prstGeom prst="ellipse">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Ver Adelanto</a:t>
            </a:r>
            <a:endParaRPr b="0" i="0" sz="1400" u="none" cap="none" strike="noStrike">
              <a:solidFill>
                <a:srgbClr val="000000"/>
              </a:solidFill>
              <a:latin typeface="Arial"/>
              <a:ea typeface="Arial"/>
              <a:cs typeface="Arial"/>
              <a:sym typeface="Arial"/>
            </a:endParaRPr>
          </a:p>
        </p:txBody>
      </p:sp>
      <p:grpSp>
        <p:nvGrpSpPr>
          <p:cNvPr id="577" name="Google Shape;577;p10"/>
          <p:cNvGrpSpPr/>
          <p:nvPr/>
        </p:nvGrpSpPr>
        <p:grpSpPr>
          <a:xfrm>
            <a:off x="2432803" y="4916271"/>
            <a:ext cx="418251" cy="770074"/>
            <a:chOff x="1047750" y="2029558"/>
            <a:chExt cx="662940" cy="1220590"/>
          </a:xfrm>
        </p:grpSpPr>
        <p:sp>
          <p:nvSpPr>
            <p:cNvPr id="578" name="Google Shape;578;p10"/>
            <p:cNvSpPr/>
            <p:nvPr/>
          </p:nvSpPr>
          <p:spPr>
            <a:xfrm>
              <a:off x="1215389" y="2029558"/>
              <a:ext cx="337625" cy="337625"/>
            </a:xfrm>
            <a:prstGeom prst="ellipse">
              <a:avLst/>
            </a:prstGeom>
            <a:solidFill>
              <a:srgbClr val="002060"/>
            </a:solidFill>
            <a:ln cap="flat" cmpd="sng" w="25400">
              <a:solidFill>
                <a:srgbClr val="00206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cxnSp>
          <p:nvCxnSpPr>
            <p:cNvPr id="579" name="Google Shape;579;p10"/>
            <p:cNvCxnSpPr/>
            <p:nvPr/>
          </p:nvCxnSpPr>
          <p:spPr>
            <a:xfrm>
              <a:off x="1379220" y="2362200"/>
              <a:ext cx="0" cy="468848"/>
            </a:xfrm>
            <a:prstGeom prst="straightConnector1">
              <a:avLst/>
            </a:prstGeom>
            <a:noFill/>
            <a:ln cap="flat" cmpd="sng" w="19050">
              <a:solidFill>
                <a:srgbClr val="002060"/>
              </a:solidFill>
              <a:prstDash val="solid"/>
              <a:round/>
              <a:headEnd len="sm" w="sm" type="none"/>
              <a:tailEnd len="sm" w="sm" type="none"/>
            </a:ln>
          </p:spPr>
        </p:cxnSp>
        <p:cxnSp>
          <p:nvCxnSpPr>
            <p:cNvPr id="580" name="Google Shape;580;p10"/>
            <p:cNvCxnSpPr/>
            <p:nvPr/>
          </p:nvCxnSpPr>
          <p:spPr>
            <a:xfrm>
              <a:off x="1047750" y="2468880"/>
              <a:ext cx="662940" cy="0"/>
            </a:xfrm>
            <a:prstGeom prst="straightConnector1">
              <a:avLst/>
            </a:prstGeom>
            <a:noFill/>
            <a:ln cap="flat" cmpd="sng" w="19050">
              <a:solidFill>
                <a:srgbClr val="002060"/>
              </a:solidFill>
              <a:prstDash val="solid"/>
              <a:round/>
              <a:headEnd len="sm" w="sm" type="none"/>
              <a:tailEnd len="sm" w="sm" type="none"/>
            </a:ln>
          </p:spPr>
        </p:cxnSp>
        <p:cxnSp>
          <p:nvCxnSpPr>
            <p:cNvPr id="581" name="Google Shape;581;p10"/>
            <p:cNvCxnSpPr/>
            <p:nvPr/>
          </p:nvCxnSpPr>
          <p:spPr>
            <a:xfrm>
              <a:off x="1380987" y="2831048"/>
              <a:ext cx="297180" cy="419100"/>
            </a:xfrm>
            <a:prstGeom prst="straightConnector1">
              <a:avLst/>
            </a:prstGeom>
            <a:noFill/>
            <a:ln cap="flat" cmpd="sng" w="19050">
              <a:solidFill>
                <a:srgbClr val="002060"/>
              </a:solidFill>
              <a:prstDash val="solid"/>
              <a:round/>
              <a:headEnd len="sm" w="sm" type="none"/>
              <a:tailEnd len="sm" w="sm" type="none"/>
            </a:ln>
          </p:spPr>
        </p:cxnSp>
        <p:cxnSp>
          <p:nvCxnSpPr>
            <p:cNvPr id="582" name="Google Shape;582;p10"/>
            <p:cNvCxnSpPr/>
            <p:nvPr/>
          </p:nvCxnSpPr>
          <p:spPr>
            <a:xfrm flipH="1">
              <a:off x="1112520" y="2831048"/>
              <a:ext cx="266700" cy="419100"/>
            </a:xfrm>
            <a:prstGeom prst="straightConnector1">
              <a:avLst/>
            </a:prstGeom>
            <a:noFill/>
            <a:ln cap="flat" cmpd="sng" w="19050">
              <a:solidFill>
                <a:srgbClr val="002060"/>
              </a:solidFill>
              <a:prstDash val="solid"/>
              <a:round/>
              <a:headEnd len="sm" w="sm" type="none"/>
              <a:tailEnd len="sm" w="sm" type="none"/>
            </a:ln>
          </p:spPr>
        </p:cxnSp>
      </p:grpSp>
      <p:sp>
        <p:nvSpPr>
          <p:cNvPr id="583" name="Google Shape;583;p10"/>
          <p:cNvSpPr txBox="1"/>
          <p:nvPr/>
        </p:nvSpPr>
        <p:spPr>
          <a:xfrm rot="-300056">
            <a:off x="5971547" y="3561478"/>
            <a:ext cx="119862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&lt;Extend&gt;</a:t>
            </a:r>
            <a:endParaRPr b="0" i="0" sz="1400" u="none" cap="none" strike="noStrike">
              <a:solidFill>
                <a:srgbClr val="000000"/>
              </a:solidFill>
              <a:latin typeface="Arial"/>
              <a:ea typeface="Arial"/>
              <a:cs typeface="Arial"/>
              <a:sym typeface="Arial"/>
            </a:endParaRPr>
          </a:p>
        </p:txBody>
      </p:sp>
      <p:cxnSp>
        <p:nvCxnSpPr>
          <p:cNvPr id="584" name="Google Shape;584;p10"/>
          <p:cNvCxnSpPr/>
          <p:nvPr/>
        </p:nvCxnSpPr>
        <p:spPr>
          <a:xfrm>
            <a:off x="2942794" y="5365036"/>
            <a:ext cx="941557" cy="224484"/>
          </a:xfrm>
          <a:prstGeom prst="straightConnector1">
            <a:avLst/>
          </a:prstGeom>
          <a:noFill/>
          <a:ln cap="flat" cmpd="sng" w="25400">
            <a:solidFill>
              <a:srgbClr val="C00000"/>
            </a:solidFill>
            <a:prstDash val="solid"/>
            <a:round/>
            <a:headEnd len="sm" w="sm" type="none"/>
            <a:tailEnd len="lg" w="lg" type="triangle"/>
          </a:ln>
          <a:effectLst>
            <a:outerShdw blurRad="40000" rotWithShape="0" dir="5400000" dist="20000">
              <a:srgbClr val="000000">
                <a:alpha val="36470"/>
              </a:srgbClr>
            </a:outerShdw>
          </a:effectLst>
        </p:spPr>
      </p:cxnSp>
      <p:cxnSp>
        <p:nvCxnSpPr>
          <p:cNvPr id="585" name="Google Shape;585;p10"/>
          <p:cNvCxnSpPr/>
          <p:nvPr/>
        </p:nvCxnSpPr>
        <p:spPr>
          <a:xfrm flipH="1">
            <a:off x="5852527" y="3515312"/>
            <a:ext cx="1317643" cy="80138"/>
          </a:xfrm>
          <a:prstGeom prst="straightConnector1">
            <a:avLst/>
          </a:prstGeom>
          <a:noFill/>
          <a:ln cap="flat" cmpd="sng" w="25400">
            <a:solidFill>
              <a:srgbClr val="C00000"/>
            </a:solidFill>
            <a:prstDash val="solid"/>
            <a:round/>
            <a:headEnd len="sm" w="sm" type="none"/>
            <a:tailEnd len="lg" w="lg" type="triangle"/>
          </a:ln>
          <a:effectLst>
            <a:outerShdw blurRad="40000" rotWithShape="0" dir="5400000" dist="20000">
              <a:srgbClr val="000000">
                <a:alpha val="36470"/>
              </a:srgbClr>
            </a:outerShdw>
          </a:effectLst>
        </p:spPr>
      </p:cxnSp>
      <p:cxnSp>
        <p:nvCxnSpPr>
          <p:cNvPr id="586" name="Google Shape;586;p10"/>
          <p:cNvCxnSpPr/>
          <p:nvPr/>
        </p:nvCxnSpPr>
        <p:spPr>
          <a:xfrm flipH="1" rot="10800000">
            <a:off x="8927066" y="3164558"/>
            <a:ext cx="628491" cy="175915"/>
          </a:xfrm>
          <a:prstGeom prst="straightConnector1">
            <a:avLst/>
          </a:prstGeom>
          <a:noFill/>
          <a:ln cap="flat" cmpd="sng" w="25400">
            <a:solidFill>
              <a:srgbClr val="C00000"/>
            </a:solidFill>
            <a:prstDash val="solid"/>
            <a:round/>
            <a:headEnd len="sm" w="sm" type="none"/>
            <a:tailEnd len="sm" w="sm" type="none"/>
          </a:ln>
          <a:effectLst>
            <a:outerShdw blurRad="40000" rotWithShape="0" dir="5400000" dist="20000">
              <a:srgbClr val="000000">
                <a:alpha val="36470"/>
              </a:srgbClr>
            </a:outerShdw>
          </a:effectLst>
        </p:spPr>
      </p:cxnSp>
      <p:sp>
        <p:nvSpPr>
          <p:cNvPr id="587" name="Google Shape;587;p10"/>
          <p:cNvSpPr txBox="1"/>
          <p:nvPr/>
        </p:nvSpPr>
        <p:spPr>
          <a:xfrm>
            <a:off x="2001136" y="5724545"/>
            <a:ext cx="1258121"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alibri"/>
                <a:ea typeface="Calibri"/>
                <a:cs typeface="Calibri"/>
                <a:sym typeface="Calibri"/>
              </a:rPr>
              <a:t>Usuario no registrado</a:t>
            </a:r>
            <a:endParaRPr b="0" i="0" sz="1400" u="none" cap="none" strike="noStrike">
              <a:solidFill>
                <a:srgbClr val="000000"/>
              </a:solidFill>
              <a:latin typeface="Arial"/>
              <a:ea typeface="Arial"/>
              <a:cs typeface="Arial"/>
              <a:sym typeface="Arial"/>
            </a:endParaRPr>
          </a:p>
        </p:txBody>
      </p:sp>
      <p:sp>
        <p:nvSpPr>
          <p:cNvPr id="588" name="Google Shape;588;p10"/>
          <p:cNvSpPr txBox="1"/>
          <p:nvPr/>
        </p:nvSpPr>
        <p:spPr>
          <a:xfrm>
            <a:off x="9287793" y="3515313"/>
            <a:ext cx="1074971" cy="83099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alibri"/>
                <a:ea typeface="Calibri"/>
                <a:cs typeface="Calibri"/>
                <a:sym typeface="Calibri"/>
              </a:rPr>
              <a:t>Servidor externo de tarjetas</a:t>
            </a:r>
            <a:endParaRPr b="0" i="0" sz="1400" u="none" cap="none" strike="noStrike">
              <a:solidFill>
                <a:srgbClr val="000000"/>
              </a:solidFill>
              <a:latin typeface="Arial"/>
              <a:ea typeface="Arial"/>
              <a:cs typeface="Arial"/>
              <a:sym typeface="Arial"/>
            </a:endParaRPr>
          </a:p>
        </p:txBody>
      </p:sp>
      <p:grpSp>
        <p:nvGrpSpPr>
          <p:cNvPr id="589" name="Google Shape;589;p10"/>
          <p:cNvGrpSpPr/>
          <p:nvPr/>
        </p:nvGrpSpPr>
        <p:grpSpPr>
          <a:xfrm>
            <a:off x="9616154" y="2702604"/>
            <a:ext cx="418251" cy="770074"/>
            <a:chOff x="1047750" y="2029558"/>
            <a:chExt cx="662940" cy="1220590"/>
          </a:xfrm>
        </p:grpSpPr>
        <p:sp>
          <p:nvSpPr>
            <p:cNvPr id="590" name="Google Shape;590;p10"/>
            <p:cNvSpPr/>
            <p:nvPr/>
          </p:nvSpPr>
          <p:spPr>
            <a:xfrm>
              <a:off x="1215389" y="2029558"/>
              <a:ext cx="337625" cy="337625"/>
            </a:xfrm>
            <a:prstGeom prst="ellipse">
              <a:avLst/>
            </a:prstGeom>
            <a:solidFill>
              <a:srgbClr val="002060"/>
            </a:solidFill>
            <a:ln cap="flat" cmpd="sng" w="25400">
              <a:solidFill>
                <a:srgbClr val="00206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cxnSp>
          <p:nvCxnSpPr>
            <p:cNvPr id="591" name="Google Shape;591;p10"/>
            <p:cNvCxnSpPr/>
            <p:nvPr/>
          </p:nvCxnSpPr>
          <p:spPr>
            <a:xfrm>
              <a:off x="1379220" y="2362200"/>
              <a:ext cx="0" cy="468848"/>
            </a:xfrm>
            <a:prstGeom prst="straightConnector1">
              <a:avLst/>
            </a:prstGeom>
            <a:noFill/>
            <a:ln cap="flat" cmpd="sng" w="19050">
              <a:solidFill>
                <a:srgbClr val="002060"/>
              </a:solidFill>
              <a:prstDash val="solid"/>
              <a:round/>
              <a:headEnd len="sm" w="sm" type="none"/>
              <a:tailEnd len="sm" w="sm" type="none"/>
            </a:ln>
          </p:spPr>
        </p:cxnSp>
        <p:cxnSp>
          <p:nvCxnSpPr>
            <p:cNvPr id="592" name="Google Shape;592;p10"/>
            <p:cNvCxnSpPr/>
            <p:nvPr/>
          </p:nvCxnSpPr>
          <p:spPr>
            <a:xfrm>
              <a:off x="1047750" y="2468880"/>
              <a:ext cx="662940" cy="0"/>
            </a:xfrm>
            <a:prstGeom prst="straightConnector1">
              <a:avLst/>
            </a:prstGeom>
            <a:noFill/>
            <a:ln cap="flat" cmpd="sng" w="19050">
              <a:solidFill>
                <a:srgbClr val="002060"/>
              </a:solidFill>
              <a:prstDash val="solid"/>
              <a:round/>
              <a:headEnd len="sm" w="sm" type="none"/>
              <a:tailEnd len="sm" w="sm" type="none"/>
            </a:ln>
          </p:spPr>
        </p:cxnSp>
        <p:cxnSp>
          <p:nvCxnSpPr>
            <p:cNvPr id="593" name="Google Shape;593;p10"/>
            <p:cNvCxnSpPr/>
            <p:nvPr/>
          </p:nvCxnSpPr>
          <p:spPr>
            <a:xfrm>
              <a:off x="1380987" y="2831048"/>
              <a:ext cx="297180" cy="419100"/>
            </a:xfrm>
            <a:prstGeom prst="straightConnector1">
              <a:avLst/>
            </a:prstGeom>
            <a:noFill/>
            <a:ln cap="flat" cmpd="sng" w="19050">
              <a:solidFill>
                <a:srgbClr val="002060"/>
              </a:solidFill>
              <a:prstDash val="solid"/>
              <a:round/>
              <a:headEnd len="sm" w="sm" type="none"/>
              <a:tailEnd len="sm" w="sm" type="none"/>
            </a:ln>
          </p:spPr>
        </p:cxnSp>
        <p:cxnSp>
          <p:nvCxnSpPr>
            <p:cNvPr id="594" name="Google Shape;594;p10"/>
            <p:cNvCxnSpPr/>
            <p:nvPr/>
          </p:nvCxnSpPr>
          <p:spPr>
            <a:xfrm flipH="1">
              <a:off x="1112520" y="2831048"/>
              <a:ext cx="266700" cy="419100"/>
            </a:xfrm>
            <a:prstGeom prst="straightConnector1">
              <a:avLst/>
            </a:prstGeom>
            <a:noFill/>
            <a:ln cap="flat" cmpd="sng" w="19050">
              <a:solidFill>
                <a:srgbClr val="002060"/>
              </a:solidFill>
              <a:prstDash val="solid"/>
              <a:round/>
              <a:headEnd len="sm" w="sm" type="none"/>
              <a:tailEnd len="sm" w="sm" type="none"/>
            </a:ln>
          </p:spPr>
        </p:cxnSp>
      </p:grpSp>
      <p:grpSp>
        <p:nvGrpSpPr>
          <p:cNvPr id="595" name="Google Shape;595;p10"/>
          <p:cNvGrpSpPr/>
          <p:nvPr/>
        </p:nvGrpSpPr>
        <p:grpSpPr>
          <a:xfrm>
            <a:off x="1493425" y="3164556"/>
            <a:ext cx="418251" cy="770074"/>
            <a:chOff x="1047750" y="2029558"/>
            <a:chExt cx="662940" cy="1220590"/>
          </a:xfrm>
        </p:grpSpPr>
        <p:sp>
          <p:nvSpPr>
            <p:cNvPr id="596" name="Google Shape;596;p10"/>
            <p:cNvSpPr/>
            <p:nvPr/>
          </p:nvSpPr>
          <p:spPr>
            <a:xfrm>
              <a:off x="1215389" y="2029558"/>
              <a:ext cx="337625" cy="337625"/>
            </a:xfrm>
            <a:prstGeom prst="ellipse">
              <a:avLst/>
            </a:prstGeom>
            <a:solidFill>
              <a:srgbClr val="002060"/>
            </a:solidFill>
            <a:ln cap="flat" cmpd="sng" w="25400">
              <a:solidFill>
                <a:srgbClr val="00206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cxnSp>
          <p:nvCxnSpPr>
            <p:cNvPr id="597" name="Google Shape;597;p10"/>
            <p:cNvCxnSpPr/>
            <p:nvPr/>
          </p:nvCxnSpPr>
          <p:spPr>
            <a:xfrm>
              <a:off x="1379220" y="2362200"/>
              <a:ext cx="0" cy="468848"/>
            </a:xfrm>
            <a:prstGeom prst="straightConnector1">
              <a:avLst/>
            </a:prstGeom>
            <a:noFill/>
            <a:ln cap="flat" cmpd="sng" w="19050">
              <a:solidFill>
                <a:srgbClr val="002060"/>
              </a:solidFill>
              <a:prstDash val="solid"/>
              <a:round/>
              <a:headEnd len="sm" w="sm" type="none"/>
              <a:tailEnd len="sm" w="sm" type="none"/>
            </a:ln>
          </p:spPr>
        </p:cxnSp>
        <p:cxnSp>
          <p:nvCxnSpPr>
            <p:cNvPr id="598" name="Google Shape;598;p10"/>
            <p:cNvCxnSpPr/>
            <p:nvPr/>
          </p:nvCxnSpPr>
          <p:spPr>
            <a:xfrm>
              <a:off x="1047750" y="2468880"/>
              <a:ext cx="662940" cy="0"/>
            </a:xfrm>
            <a:prstGeom prst="straightConnector1">
              <a:avLst/>
            </a:prstGeom>
            <a:noFill/>
            <a:ln cap="flat" cmpd="sng" w="19050">
              <a:solidFill>
                <a:srgbClr val="002060"/>
              </a:solidFill>
              <a:prstDash val="solid"/>
              <a:round/>
              <a:headEnd len="sm" w="sm" type="none"/>
              <a:tailEnd len="sm" w="sm" type="none"/>
            </a:ln>
          </p:spPr>
        </p:cxnSp>
        <p:cxnSp>
          <p:nvCxnSpPr>
            <p:cNvPr id="599" name="Google Shape;599;p10"/>
            <p:cNvCxnSpPr/>
            <p:nvPr/>
          </p:nvCxnSpPr>
          <p:spPr>
            <a:xfrm>
              <a:off x="1380987" y="2831048"/>
              <a:ext cx="297180" cy="419100"/>
            </a:xfrm>
            <a:prstGeom prst="straightConnector1">
              <a:avLst/>
            </a:prstGeom>
            <a:noFill/>
            <a:ln cap="flat" cmpd="sng" w="19050">
              <a:solidFill>
                <a:srgbClr val="002060"/>
              </a:solidFill>
              <a:prstDash val="solid"/>
              <a:round/>
              <a:headEnd len="sm" w="sm" type="none"/>
              <a:tailEnd len="sm" w="sm" type="none"/>
            </a:ln>
          </p:spPr>
        </p:cxnSp>
        <p:cxnSp>
          <p:nvCxnSpPr>
            <p:cNvPr id="600" name="Google Shape;600;p10"/>
            <p:cNvCxnSpPr/>
            <p:nvPr/>
          </p:nvCxnSpPr>
          <p:spPr>
            <a:xfrm flipH="1">
              <a:off x="1112520" y="2831048"/>
              <a:ext cx="266700" cy="419100"/>
            </a:xfrm>
            <a:prstGeom prst="straightConnector1">
              <a:avLst/>
            </a:prstGeom>
            <a:noFill/>
            <a:ln cap="flat" cmpd="sng" w="19050">
              <a:solidFill>
                <a:srgbClr val="002060"/>
              </a:solidFill>
              <a:prstDash val="solid"/>
              <a:round/>
              <a:headEnd len="sm" w="sm" type="none"/>
              <a:tailEnd len="sm" w="sm" type="none"/>
            </a:ln>
          </p:spPr>
        </p:cxnSp>
      </p:grpSp>
      <p:sp>
        <p:nvSpPr>
          <p:cNvPr id="601" name="Google Shape;601;p10"/>
          <p:cNvSpPr txBox="1"/>
          <p:nvPr/>
        </p:nvSpPr>
        <p:spPr>
          <a:xfrm>
            <a:off x="2038559" y="2207915"/>
            <a:ext cx="1169993"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alibri"/>
                <a:ea typeface="Calibri"/>
                <a:cs typeface="Calibri"/>
                <a:sym typeface="Calibri"/>
              </a:rPr>
              <a:t>Usuario Registrado</a:t>
            </a:r>
            <a:endParaRPr b="0" i="0" sz="1400" u="none" cap="none" strike="noStrike">
              <a:solidFill>
                <a:srgbClr val="000000"/>
              </a:solidFill>
              <a:latin typeface="Arial"/>
              <a:ea typeface="Arial"/>
              <a:cs typeface="Arial"/>
              <a:sym typeface="Arial"/>
            </a:endParaRPr>
          </a:p>
        </p:txBody>
      </p:sp>
      <p:sp>
        <p:nvSpPr>
          <p:cNvPr id="602" name="Google Shape;602;p10"/>
          <p:cNvSpPr/>
          <p:nvPr/>
        </p:nvSpPr>
        <p:spPr>
          <a:xfrm>
            <a:off x="4116703" y="1286227"/>
            <a:ext cx="1269907" cy="657242"/>
          </a:xfrm>
          <a:prstGeom prst="ellipse">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Iniciar Sesión</a:t>
            </a:r>
            <a:endParaRPr b="0" i="0" sz="1400" u="none" cap="none" strike="noStrike">
              <a:solidFill>
                <a:srgbClr val="000000"/>
              </a:solidFill>
              <a:latin typeface="Arial"/>
              <a:ea typeface="Arial"/>
              <a:cs typeface="Arial"/>
              <a:sym typeface="Arial"/>
            </a:endParaRPr>
          </a:p>
        </p:txBody>
      </p:sp>
      <p:sp>
        <p:nvSpPr>
          <p:cNvPr id="603" name="Google Shape;603;p10"/>
          <p:cNvSpPr/>
          <p:nvPr/>
        </p:nvSpPr>
        <p:spPr>
          <a:xfrm>
            <a:off x="4299376" y="2046918"/>
            <a:ext cx="1309479" cy="753396"/>
          </a:xfrm>
          <a:prstGeom prst="ellipse">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Cerrar Sesión</a:t>
            </a:r>
            <a:endParaRPr b="0" i="0" sz="1400" u="none" cap="none" strike="noStrike">
              <a:solidFill>
                <a:srgbClr val="000000"/>
              </a:solidFill>
              <a:latin typeface="Arial"/>
              <a:ea typeface="Arial"/>
              <a:cs typeface="Arial"/>
              <a:sym typeface="Arial"/>
            </a:endParaRPr>
          </a:p>
        </p:txBody>
      </p:sp>
      <p:sp>
        <p:nvSpPr>
          <p:cNvPr id="604" name="Google Shape;604;p10"/>
          <p:cNvSpPr/>
          <p:nvPr/>
        </p:nvSpPr>
        <p:spPr>
          <a:xfrm>
            <a:off x="7273545" y="2999255"/>
            <a:ext cx="1607164" cy="884943"/>
          </a:xfrm>
          <a:prstGeom prst="ellipse">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Pagar con tarjeta</a:t>
            </a:r>
            <a:endParaRPr b="0" i="0" sz="1400" u="none" cap="none" strike="noStrike">
              <a:solidFill>
                <a:srgbClr val="000000"/>
              </a:solidFill>
              <a:latin typeface="Arial"/>
              <a:ea typeface="Arial"/>
              <a:cs typeface="Arial"/>
              <a:sym typeface="Arial"/>
            </a:endParaRPr>
          </a:p>
        </p:txBody>
      </p:sp>
      <p:sp>
        <p:nvSpPr>
          <p:cNvPr id="605" name="Google Shape;605;p10"/>
          <p:cNvSpPr/>
          <p:nvPr/>
        </p:nvSpPr>
        <p:spPr>
          <a:xfrm>
            <a:off x="4136840" y="3280638"/>
            <a:ext cx="1558975" cy="848061"/>
          </a:xfrm>
          <a:prstGeom prst="ellipse">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Ver película</a:t>
            </a:r>
            <a:endParaRPr b="0" i="0" sz="1400" u="none" cap="none" strike="noStrike">
              <a:solidFill>
                <a:srgbClr val="000000"/>
              </a:solidFill>
              <a:latin typeface="Arial"/>
              <a:ea typeface="Arial"/>
              <a:cs typeface="Arial"/>
              <a:sym typeface="Arial"/>
            </a:endParaRPr>
          </a:p>
        </p:txBody>
      </p:sp>
      <p:cxnSp>
        <p:nvCxnSpPr>
          <p:cNvPr id="606" name="Google Shape;606;p10"/>
          <p:cNvCxnSpPr/>
          <p:nvPr/>
        </p:nvCxnSpPr>
        <p:spPr>
          <a:xfrm flipH="1" rot="10800000">
            <a:off x="3053221" y="1660375"/>
            <a:ext cx="940509" cy="99430"/>
          </a:xfrm>
          <a:prstGeom prst="straightConnector1">
            <a:avLst/>
          </a:prstGeom>
          <a:noFill/>
          <a:ln cap="flat" cmpd="sng" w="25400">
            <a:solidFill>
              <a:srgbClr val="C00000"/>
            </a:solidFill>
            <a:prstDash val="solid"/>
            <a:round/>
            <a:headEnd len="sm" w="sm" type="none"/>
            <a:tailEnd len="lg" w="lg" type="triangle"/>
          </a:ln>
          <a:effectLst>
            <a:outerShdw blurRad="40000" rotWithShape="0" dir="5400000" dist="20000">
              <a:srgbClr val="000000">
                <a:alpha val="36470"/>
              </a:srgbClr>
            </a:outerShdw>
          </a:effectLst>
        </p:spPr>
      </p:cxnSp>
      <p:cxnSp>
        <p:nvCxnSpPr>
          <p:cNvPr id="607" name="Google Shape;607;p10"/>
          <p:cNvCxnSpPr/>
          <p:nvPr/>
        </p:nvCxnSpPr>
        <p:spPr>
          <a:xfrm>
            <a:off x="3070874" y="2107995"/>
            <a:ext cx="1073296" cy="200033"/>
          </a:xfrm>
          <a:prstGeom prst="straightConnector1">
            <a:avLst/>
          </a:prstGeom>
          <a:noFill/>
          <a:ln cap="flat" cmpd="sng" w="25400">
            <a:solidFill>
              <a:srgbClr val="C00000"/>
            </a:solidFill>
            <a:prstDash val="solid"/>
            <a:round/>
            <a:headEnd len="sm" w="sm" type="none"/>
            <a:tailEnd len="lg" w="lg" type="triangle"/>
          </a:ln>
          <a:effectLst>
            <a:outerShdw blurRad="40000" rotWithShape="0" dir="5400000" dist="20000">
              <a:srgbClr val="000000">
                <a:alpha val="36470"/>
              </a:srgbClr>
            </a:outerShdw>
          </a:effectLst>
        </p:spPr>
      </p:cxnSp>
      <p:cxnSp>
        <p:nvCxnSpPr>
          <p:cNvPr id="608" name="Google Shape;608;p10"/>
          <p:cNvCxnSpPr/>
          <p:nvPr/>
        </p:nvCxnSpPr>
        <p:spPr>
          <a:xfrm>
            <a:off x="3060305" y="2470288"/>
            <a:ext cx="1214771" cy="819142"/>
          </a:xfrm>
          <a:prstGeom prst="straightConnector1">
            <a:avLst/>
          </a:prstGeom>
          <a:noFill/>
          <a:ln cap="flat" cmpd="sng" w="25400">
            <a:solidFill>
              <a:srgbClr val="C00000"/>
            </a:solidFill>
            <a:prstDash val="solid"/>
            <a:round/>
            <a:headEnd len="sm" w="sm" type="none"/>
            <a:tailEnd len="lg" w="lg" type="triangle"/>
          </a:ln>
          <a:effectLst>
            <a:outerShdw blurRad="40000" rotWithShape="0" dir="5400000" dist="20000">
              <a:srgbClr val="000000">
                <a:alpha val="36470"/>
              </a:srgbClr>
            </a:outerShdw>
          </a:effectLst>
        </p:spPr>
      </p:cxnSp>
      <p:sp>
        <p:nvSpPr>
          <p:cNvPr id="609" name="Google Shape;609;p10"/>
          <p:cNvSpPr/>
          <p:nvPr/>
        </p:nvSpPr>
        <p:spPr>
          <a:xfrm rot="8950244">
            <a:off x="2289154" y="4212440"/>
            <a:ext cx="174071" cy="610530"/>
          </a:xfrm>
          <a:prstGeom prst="downArrow">
            <a:avLst>
              <a:gd fmla="val 8790" name="adj1"/>
              <a:gd fmla="val 95438" name="adj2"/>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610" name="Google Shape;610;p10"/>
          <p:cNvGrpSpPr/>
          <p:nvPr/>
        </p:nvGrpSpPr>
        <p:grpSpPr>
          <a:xfrm>
            <a:off x="2321328" y="1450864"/>
            <a:ext cx="418251" cy="770074"/>
            <a:chOff x="1047750" y="2029558"/>
            <a:chExt cx="662940" cy="1220590"/>
          </a:xfrm>
        </p:grpSpPr>
        <p:sp>
          <p:nvSpPr>
            <p:cNvPr id="611" name="Google Shape;611;p10"/>
            <p:cNvSpPr/>
            <p:nvPr/>
          </p:nvSpPr>
          <p:spPr>
            <a:xfrm>
              <a:off x="1215389" y="2029558"/>
              <a:ext cx="337625" cy="337625"/>
            </a:xfrm>
            <a:prstGeom prst="ellipse">
              <a:avLst/>
            </a:prstGeom>
            <a:solidFill>
              <a:srgbClr val="002060"/>
            </a:solidFill>
            <a:ln cap="flat" cmpd="sng" w="25400">
              <a:solidFill>
                <a:srgbClr val="00206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cxnSp>
          <p:nvCxnSpPr>
            <p:cNvPr id="612" name="Google Shape;612;p10"/>
            <p:cNvCxnSpPr/>
            <p:nvPr/>
          </p:nvCxnSpPr>
          <p:spPr>
            <a:xfrm>
              <a:off x="1379220" y="2362200"/>
              <a:ext cx="0" cy="468848"/>
            </a:xfrm>
            <a:prstGeom prst="straightConnector1">
              <a:avLst/>
            </a:prstGeom>
            <a:noFill/>
            <a:ln cap="flat" cmpd="sng" w="19050">
              <a:solidFill>
                <a:srgbClr val="002060"/>
              </a:solidFill>
              <a:prstDash val="solid"/>
              <a:round/>
              <a:headEnd len="sm" w="sm" type="none"/>
              <a:tailEnd len="sm" w="sm" type="none"/>
            </a:ln>
          </p:spPr>
        </p:cxnSp>
        <p:cxnSp>
          <p:nvCxnSpPr>
            <p:cNvPr id="613" name="Google Shape;613;p10"/>
            <p:cNvCxnSpPr/>
            <p:nvPr/>
          </p:nvCxnSpPr>
          <p:spPr>
            <a:xfrm>
              <a:off x="1047750" y="2468880"/>
              <a:ext cx="662940" cy="0"/>
            </a:xfrm>
            <a:prstGeom prst="straightConnector1">
              <a:avLst/>
            </a:prstGeom>
            <a:noFill/>
            <a:ln cap="flat" cmpd="sng" w="19050">
              <a:solidFill>
                <a:srgbClr val="002060"/>
              </a:solidFill>
              <a:prstDash val="solid"/>
              <a:round/>
              <a:headEnd len="sm" w="sm" type="none"/>
              <a:tailEnd len="sm" w="sm" type="none"/>
            </a:ln>
          </p:spPr>
        </p:cxnSp>
        <p:cxnSp>
          <p:nvCxnSpPr>
            <p:cNvPr id="614" name="Google Shape;614;p10"/>
            <p:cNvCxnSpPr/>
            <p:nvPr/>
          </p:nvCxnSpPr>
          <p:spPr>
            <a:xfrm>
              <a:off x="1380987" y="2831048"/>
              <a:ext cx="297180" cy="419100"/>
            </a:xfrm>
            <a:prstGeom prst="straightConnector1">
              <a:avLst/>
            </a:prstGeom>
            <a:noFill/>
            <a:ln cap="flat" cmpd="sng" w="19050">
              <a:solidFill>
                <a:srgbClr val="002060"/>
              </a:solidFill>
              <a:prstDash val="solid"/>
              <a:round/>
              <a:headEnd len="sm" w="sm" type="none"/>
              <a:tailEnd len="sm" w="sm" type="none"/>
            </a:ln>
          </p:spPr>
        </p:cxnSp>
        <p:cxnSp>
          <p:nvCxnSpPr>
            <p:cNvPr id="615" name="Google Shape;615;p10"/>
            <p:cNvCxnSpPr/>
            <p:nvPr/>
          </p:nvCxnSpPr>
          <p:spPr>
            <a:xfrm flipH="1">
              <a:off x="1112520" y="2831048"/>
              <a:ext cx="266700" cy="419100"/>
            </a:xfrm>
            <a:prstGeom prst="straightConnector1">
              <a:avLst/>
            </a:prstGeom>
            <a:noFill/>
            <a:ln cap="flat" cmpd="sng" w="19050">
              <a:solidFill>
                <a:srgbClr val="002060"/>
              </a:solidFill>
              <a:prstDash val="solid"/>
              <a:round/>
              <a:headEnd len="sm" w="sm" type="none"/>
              <a:tailEnd len="sm" w="sm" type="none"/>
            </a:ln>
          </p:spPr>
        </p:cxnSp>
      </p:grpSp>
      <p:sp>
        <p:nvSpPr>
          <p:cNvPr id="616" name="Google Shape;616;p10"/>
          <p:cNvSpPr txBox="1"/>
          <p:nvPr/>
        </p:nvSpPr>
        <p:spPr>
          <a:xfrm>
            <a:off x="1195173" y="3949639"/>
            <a:ext cx="1074971"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alibri"/>
                <a:ea typeface="Calibri"/>
                <a:cs typeface="Calibri"/>
                <a:sym typeface="Calibri"/>
              </a:rPr>
              <a:t>Usuario visitante</a:t>
            </a:r>
            <a:endParaRPr b="0" i="0" sz="1400" u="none" cap="none" strike="noStrike">
              <a:solidFill>
                <a:srgbClr val="000000"/>
              </a:solidFill>
              <a:latin typeface="Arial"/>
              <a:ea typeface="Arial"/>
              <a:cs typeface="Arial"/>
              <a:sym typeface="Arial"/>
            </a:endParaRPr>
          </a:p>
        </p:txBody>
      </p:sp>
      <p:sp>
        <p:nvSpPr>
          <p:cNvPr id="617" name="Google Shape;617;p10"/>
          <p:cNvSpPr/>
          <p:nvPr/>
        </p:nvSpPr>
        <p:spPr>
          <a:xfrm rot="2430420">
            <a:off x="2126465" y="2726072"/>
            <a:ext cx="174071" cy="610530"/>
          </a:xfrm>
          <a:prstGeom prst="downArrow">
            <a:avLst>
              <a:gd fmla="val 8790" name="adj1"/>
              <a:gd fmla="val 95438" name="adj2"/>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18" name="Google Shape;618;p10"/>
          <p:cNvSpPr/>
          <p:nvPr/>
        </p:nvSpPr>
        <p:spPr>
          <a:xfrm>
            <a:off x="4052739" y="5396138"/>
            <a:ext cx="1470829" cy="758746"/>
          </a:xfrm>
          <a:prstGeom prst="ellipse">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Registrar Usuario</a:t>
            </a:r>
            <a:endParaRPr b="0" i="0" sz="1400" u="none" cap="none" strike="noStrike">
              <a:solidFill>
                <a:srgbClr val="000000"/>
              </a:solidFill>
              <a:latin typeface="Arial"/>
              <a:ea typeface="Arial"/>
              <a:cs typeface="Arial"/>
              <a:sym typeface="Arial"/>
            </a:endParaRPr>
          </a:p>
        </p:txBody>
      </p:sp>
      <p:cxnSp>
        <p:nvCxnSpPr>
          <p:cNvPr id="619" name="Google Shape;619;p10"/>
          <p:cNvCxnSpPr/>
          <p:nvPr/>
        </p:nvCxnSpPr>
        <p:spPr>
          <a:xfrm>
            <a:off x="2101987" y="3668162"/>
            <a:ext cx="1927152" cy="834973"/>
          </a:xfrm>
          <a:prstGeom prst="straightConnector1">
            <a:avLst/>
          </a:prstGeom>
          <a:noFill/>
          <a:ln cap="flat" cmpd="sng" w="25400">
            <a:solidFill>
              <a:srgbClr val="C00000"/>
            </a:solidFill>
            <a:prstDash val="solid"/>
            <a:round/>
            <a:headEnd len="sm" w="sm" type="none"/>
            <a:tailEnd len="lg" w="lg" type="triangle"/>
          </a:ln>
          <a:effectLst>
            <a:outerShdw blurRad="40000" rotWithShape="0" dir="5400000" dist="20000">
              <a:srgbClr val="000000">
                <a:alpha val="36470"/>
              </a:srgbClr>
            </a:outerShdw>
          </a:effectLst>
        </p:spPr>
      </p:cxnSp>
      <p:sp>
        <p:nvSpPr>
          <p:cNvPr id="620" name="Google Shape;620;p10"/>
          <p:cNvSpPr/>
          <p:nvPr/>
        </p:nvSpPr>
        <p:spPr>
          <a:xfrm flipH="1" rot="-10209913">
            <a:off x="2846738" y="2357346"/>
            <a:ext cx="5045786" cy="603456"/>
          </a:xfrm>
          <a:prstGeom prst="arc">
            <a:avLst>
              <a:gd fmla="val 10961992" name="adj1"/>
              <a:gd fmla="val 21303236" name="adj2"/>
            </a:avLst>
          </a:prstGeom>
          <a:noFill/>
          <a:ln cap="flat" cmpd="sng" w="25400">
            <a:solidFill>
              <a:srgbClr val="C00000"/>
            </a:solidFill>
            <a:prstDash val="solid"/>
            <a:round/>
            <a:headEnd len="sm" w="sm" type="none"/>
            <a:tailEnd len="sm" w="sm" type="none"/>
          </a:ln>
          <a:effectLst>
            <a:outerShdw blurRad="40000" rotWithShape="0" dir="5400000" dist="20000">
              <a:srgbClr val="000000">
                <a:alpha val="3647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21" name="Google Shape;621;p10"/>
          <p:cNvSpPr txBox="1"/>
          <p:nvPr>
            <p:ph idx="12" type="sldNum"/>
          </p:nvPr>
        </p:nvSpPr>
        <p:spPr>
          <a:xfrm>
            <a:off x="816864" y="6356350"/>
            <a:ext cx="26416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2"/>
              </a:buClr>
              <a:buSzPts val="1400"/>
              <a:buFont typeface="Gill Sans"/>
              <a:buNone/>
            </a:pPr>
            <a:fld id="{00000000-1234-1234-1234-123412341234}" type="slidenum">
              <a:rPr lang="en-US"/>
              <a:t>‹#›</a:t>
            </a:fld>
            <a:endParaRPr/>
          </a:p>
        </p:txBody>
      </p:sp>
      <p:sp>
        <p:nvSpPr>
          <p:cNvPr id="622" name="Google Shape;622;p10"/>
          <p:cNvSpPr txBox="1"/>
          <p:nvPr>
            <p:ph type="title"/>
          </p:nvPr>
        </p:nvSpPr>
        <p:spPr>
          <a:xfrm>
            <a:off x="1055440" y="228599"/>
            <a:ext cx="10526960" cy="921859"/>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2"/>
              </a:buClr>
              <a:buSzPts val="1800"/>
              <a:buNone/>
            </a:pPr>
            <a:r>
              <a:rPr lang="en-US"/>
              <a:t>Casos de uso – Ejemplo - Diagrama</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graphicFrame>
        <p:nvGraphicFramePr>
          <p:cNvPr id="627" name="Google Shape;627;p11"/>
          <p:cNvGraphicFramePr/>
          <p:nvPr/>
        </p:nvGraphicFramePr>
        <p:xfrm>
          <a:off x="1559496" y="1268761"/>
          <a:ext cx="3000000" cy="3000000"/>
        </p:xfrm>
        <a:graphic>
          <a:graphicData uri="http://schemas.openxmlformats.org/drawingml/2006/table">
            <a:tbl>
              <a:tblPr>
                <a:noFill/>
                <a:tableStyleId>{04758DC2-2E3A-4E79-85B8-3D089E123D0C}</a:tableStyleId>
              </a:tblPr>
              <a:tblGrid>
                <a:gridCol w="2592700"/>
                <a:gridCol w="3414375"/>
                <a:gridCol w="3065950"/>
              </a:tblGrid>
              <a:tr h="460500">
                <a:tc>
                  <a:txBody>
                    <a:bodyPr/>
                    <a:lstStyle/>
                    <a:p>
                      <a:pPr indent="0" lvl="0" marL="0" marR="0" rtl="0" algn="just">
                        <a:lnSpc>
                          <a:spcPct val="100000"/>
                        </a:lnSpc>
                        <a:spcBef>
                          <a:spcPts val="0"/>
                        </a:spcBef>
                        <a:spcAft>
                          <a:spcPts val="0"/>
                        </a:spcAft>
                        <a:buClr>
                          <a:srgbClr val="000000"/>
                        </a:buClr>
                        <a:buSzPts val="1400"/>
                        <a:buFont typeface="Arial"/>
                        <a:buNone/>
                      </a:pPr>
                      <a:r>
                        <a:rPr b="1" lang="en-US" sz="1400" u="none" cap="none" strike="noStrike">
                          <a:latin typeface="Verdana"/>
                          <a:ea typeface="Verdana"/>
                          <a:cs typeface="Verdana"/>
                          <a:sym typeface="Verdana"/>
                        </a:rPr>
                        <a:t>Nombre del caso de uso:</a:t>
                      </a:r>
                      <a:r>
                        <a:rPr lang="en-US" sz="1400" u="none" cap="none" strike="noStrike">
                          <a:latin typeface="Times New Roman"/>
                          <a:ea typeface="Times New Roman"/>
                          <a:cs typeface="Times New Roman"/>
                          <a:sym typeface="Times New Roman"/>
                        </a:rPr>
                        <a:t> </a:t>
                      </a:r>
                      <a:endParaRPr sz="1400" u="none" cap="none" strike="noStrike">
                        <a:latin typeface="Times New Roman"/>
                        <a:ea typeface="Times New Roman"/>
                        <a:cs typeface="Times New Roman"/>
                        <a:sym typeface="Times New Roman"/>
                      </a:endParaRPr>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gridSpan="2">
                  <a:txBody>
                    <a:bodyPr/>
                    <a:lstStyle/>
                    <a:p>
                      <a:pPr indent="0" lvl="0" marL="0" marR="0" rtl="0" algn="just">
                        <a:lnSpc>
                          <a:spcPct val="100000"/>
                        </a:lnSpc>
                        <a:spcBef>
                          <a:spcPts val="0"/>
                        </a:spcBef>
                        <a:spcAft>
                          <a:spcPts val="0"/>
                        </a:spcAft>
                        <a:buClr>
                          <a:srgbClr val="000000"/>
                        </a:buClr>
                        <a:buSzPts val="1400"/>
                        <a:buFont typeface="Arial"/>
                        <a:buNone/>
                      </a:pPr>
                      <a:r>
                        <a:rPr lang="en-US" sz="1400" u="none" cap="none" strike="noStrike">
                          <a:solidFill>
                            <a:schemeClr val="dk1"/>
                          </a:solidFill>
                          <a:latin typeface="Verdana"/>
                          <a:ea typeface="Verdana"/>
                          <a:cs typeface="Verdana"/>
                          <a:sym typeface="Verdana"/>
                        </a:rPr>
                        <a:t>Ver Adelanto</a:t>
                      </a:r>
                      <a:endParaRPr sz="1400" u="none" cap="none" strike="noStrike">
                        <a:solidFill>
                          <a:schemeClr val="dk1"/>
                        </a:solidFill>
                        <a:latin typeface="Verdana"/>
                        <a:ea typeface="Verdana"/>
                        <a:cs typeface="Verdana"/>
                        <a:sym typeface="Verdana"/>
                      </a:endParaRPr>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r>
              <a:tr h="460500">
                <a:tc>
                  <a:txBody>
                    <a:bodyPr/>
                    <a:lstStyle/>
                    <a:p>
                      <a:pPr indent="0" lvl="0" marL="0" marR="0" rtl="0" algn="just">
                        <a:lnSpc>
                          <a:spcPct val="100000"/>
                        </a:lnSpc>
                        <a:spcBef>
                          <a:spcPts val="0"/>
                        </a:spcBef>
                        <a:spcAft>
                          <a:spcPts val="0"/>
                        </a:spcAft>
                        <a:buClr>
                          <a:srgbClr val="000000"/>
                        </a:buClr>
                        <a:buSzPts val="1400"/>
                        <a:buFont typeface="Arial"/>
                        <a:buNone/>
                      </a:pPr>
                      <a:r>
                        <a:rPr b="1" lang="en-US" sz="1400" u="none" cap="none" strike="noStrike">
                          <a:latin typeface="Verdana"/>
                          <a:ea typeface="Verdana"/>
                          <a:cs typeface="Verdana"/>
                          <a:sym typeface="Verdana"/>
                        </a:rPr>
                        <a:t>Descripción:</a:t>
                      </a:r>
                      <a:endParaRPr sz="1400" u="none" cap="none" strike="noStrike">
                        <a:solidFill>
                          <a:schemeClr val="dk1"/>
                        </a:solidFill>
                        <a:latin typeface="Verdana"/>
                        <a:ea typeface="Verdana"/>
                        <a:cs typeface="Verdana"/>
                        <a:sym typeface="Verdana"/>
                      </a:endParaRPr>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gridSpan="2">
                  <a:txBody>
                    <a:bodyPr/>
                    <a:lstStyle/>
                    <a:p>
                      <a:pPr indent="0" lvl="0" marL="0" marR="0" rtl="0" algn="just">
                        <a:lnSpc>
                          <a:spcPct val="100000"/>
                        </a:lnSpc>
                        <a:spcBef>
                          <a:spcPts val="0"/>
                        </a:spcBef>
                        <a:spcAft>
                          <a:spcPts val="0"/>
                        </a:spcAft>
                        <a:buClr>
                          <a:srgbClr val="000000"/>
                        </a:buClr>
                        <a:buSzPts val="1400"/>
                        <a:buFont typeface="Arial"/>
                        <a:buNone/>
                      </a:pPr>
                      <a:r>
                        <a:rPr lang="en-US" sz="1400" u="none" cap="none" strike="noStrike">
                          <a:solidFill>
                            <a:schemeClr val="dk1"/>
                          </a:solidFill>
                          <a:latin typeface="Verdana"/>
                          <a:ea typeface="Verdana"/>
                          <a:cs typeface="Verdana"/>
                          <a:sym typeface="Verdana"/>
                        </a:rPr>
                        <a:t>Este caso de uso describe el evento en el que un usuario visualiza el adelanto de una película.</a:t>
                      </a:r>
                      <a:endParaRPr sz="1400" u="none" cap="none" strike="noStrike">
                        <a:solidFill>
                          <a:schemeClr val="dk1"/>
                        </a:solidFill>
                        <a:latin typeface="Verdana"/>
                        <a:ea typeface="Verdana"/>
                        <a:cs typeface="Verdana"/>
                        <a:sym typeface="Verdana"/>
                      </a:endParaRPr>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r>
              <a:tr h="265150">
                <a:tc>
                  <a:txBody>
                    <a:bodyPr/>
                    <a:lstStyle/>
                    <a:p>
                      <a:pPr indent="0" lvl="0" marL="0" marR="0" rtl="0" algn="just">
                        <a:lnSpc>
                          <a:spcPct val="100000"/>
                        </a:lnSpc>
                        <a:spcBef>
                          <a:spcPts val="0"/>
                        </a:spcBef>
                        <a:spcAft>
                          <a:spcPts val="0"/>
                        </a:spcAft>
                        <a:buClr>
                          <a:srgbClr val="000000"/>
                        </a:buClr>
                        <a:buSzPts val="1400"/>
                        <a:buFont typeface="Arial"/>
                        <a:buNone/>
                      </a:pPr>
                      <a:r>
                        <a:rPr b="1" lang="en-US" sz="1400" u="none" cap="none" strike="noStrike">
                          <a:latin typeface="Verdana"/>
                          <a:ea typeface="Verdana"/>
                          <a:cs typeface="Verdana"/>
                          <a:sym typeface="Verdana"/>
                        </a:rPr>
                        <a:t>Actores: </a:t>
                      </a:r>
                      <a:endParaRPr sz="1400" u="none" cap="none" strike="noStrike">
                        <a:latin typeface="Verdana"/>
                        <a:ea typeface="Verdana"/>
                        <a:cs typeface="Verdana"/>
                        <a:sym typeface="Verdana"/>
                      </a:endParaRPr>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gridSpan="2">
                  <a:txBody>
                    <a:bodyPr/>
                    <a:lstStyle/>
                    <a:p>
                      <a:pPr indent="0" lvl="0" marL="0" marR="0" rtl="0" algn="just">
                        <a:lnSpc>
                          <a:spcPct val="100000"/>
                        </a:lnSpc>
                        <a:spcBef>
                          <a:spcPts val="0"/>
                        </a:spcBef>
                        <a:spcAft>
                          <a:spcPts val="0"/>
                        </a:spcAft>
                        <a:buClr>
                          <a:srgbClr val="000000"/>
                        </a:buClr>
                        <a:buSzPts val="1400"/>
                        <a:buFont typeface="Arial"/>
                        <a:buNone/>
                      </a:pPr>
                      <a:r>
                        <a:rPr lang="en-US" sz="1400" u="none" cap="none" strike="noStrike">
                          <a:solidFill>
                            <a:schemeClr val="dk1"/>
                          </a:solidFill>
                          <a:latin typeface="Verdana"/>
                          <a:ea typeface="Verdana"/>
                          <a:cs typeface="Verdana"/>
                          <a:sym typeface="Verdana"/>
                        </a:rPr>
                        <a:t>Usuario Visitante</a:t>
                      </a:r>
                      <a:endParaRPr sz="1400" u="none" cap="none" strike="noStrike">
                        <a:solidFill>
                          <a:schemeClr val="dk1"/>
                        </a:solidFill>
                        <a:latin typeface="Verdana"/>
                        <a:ea typeface="Verdana"/>
                        <a:cs typeface="Verdana"/>
                        <a:sym typeface="Verdana"/>
                      </a:endParaRPr>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r>
              <a:tr h="46050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latin typeface="Verdana"/>
                          <a:ea typeface="Verdana"/>
                          <a:cs typeface="Verdana"/>
                          <a:sym typeface="Verdana"/>
                        </a:rPr>
                        <a:t>Precondiciones:</a:t>
                      </a:r>
                      <a:r>
                        <a:rPr lang="en-US" sz="1400" u="none" cap="none" strike="noStrike">
                          <a:latin typeface="Times New Roman"/>
                          <a:ea typeface="Times New Roman"/>
                          <a:cs typeface="Times New Roman"/>
                          <a:sym typeface="Times New Roman"/>
                        </a:rPr>
                        <a:t> </a:t>
                      </a:r>
                      <a:endParaRPr sz="1400" u="none" cap="none" strike="noStrike">
                        <a:latin typeface="Verdana"/>
                        <a:ea typeface="Verdana"/>
                        <a:cs typeface="Verdana"/>
                        <a:sym typeface="Verdana"/>
                      </a:endParaRPr>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gridSpan="2">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1"/>
                          </a:solidFill>
                          <a:latin typeface="Verdana"/>
                          <a:ea typeface="Verdana"/>
                          <a:cs typeface="Verdana"/>
                          <a:sym typeface="Verdana"/>
                        </a:rPr>
                        <a:t>---</a:t>
                      </a:r>
                      <a:endParaRPr sz="1400" u="none" cap="none" strike="noStrike">
                        <a:solidFill>
                          <a:schemeClr val="dk1"/>
                        </a:solidFill>
                        <a:latin typeface="Verdana"/>
                        <a:ea typeface="Verdana"/>
                        <a:cs typeface="Verdana"/>
                        <a:sym typeface="Verdana"/>
                      </a:endParaRPr>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r>
              <a:tr h="265150">
                <a:tc rowSpan="2">
                  <a:txBody>
                    <a:bodyPr/>
                    <a:lstStyle/>
                    <a:p>
                      <a:pPr indent="-342900" lvl="0" marL="342900" marR="0" rtl="0" algn="just">
                        <a:lnSpc>
                          <a:spcPct val="100000"/>
                        </a:lnSpc>
                        <a:spcBef>
                          <a:spcPts val="0"/>
                        </a:spcBef>
                        <a:spcAft>
                          <a:spcPts val="0"/>
                        </a:spcAft>
                        <a:buClr>
                          <a:srgbClr val="000000"/>
                        </a:buClr>
                        <a:buSzPts val="1400"/>
                        <a:buFont typeface="Arial"/>
                        <a:buNone/>
                      </a:pPr>
                      <a:r>
                        <a:rPr b="1" lang="en-US" sz="1400" u="none" cap="none" strike="noStrike">
                          <a:latin typeface="Verdana"/>
                          <a:ea typeface="Verdana"/>
                          <a:cs typeface="Verdana"/>
                          <a:sym typeface="Verdana"/>
                        </a:rPr>
                        <a:t>Curso Normal:</a:t>
                      </a:r>
                      <a:endParaRPr sz="1400" u="none" cap="none" strike="noStrike">
                        <a:latin typeface="Times New Roman"/>
                        <a:ea typeface="Times New Roman"/>
                        <a:cs typeface="Times New Roman"/>
                        <a:sym typeface="Times New Roman"/>
                      </a:endParaRPr>
                    </a:p>
                    <a:p>
                      <a:pPr indent="-342900" lvl="0" marL="342900" marR="0" rtl="0" algn="just">
                        <a:lnSpc>
                          <a:spcPct val="100000"/>
                        </a:lnSpc>
                        <a:spcBef>
                          <a:spcPts val="600"/>
                        </a:spcBef>
                        <a:spcAft>
                          <a:spcPts val="0"/>
                        </a:spcAft>
                        <a:buClr>
                          <a:srgbClr val="000000"/>
                        </a:buClr>
                        <a:buSzPts val="1400"/>
                        <a:buFont typeface="Arial"/>
                        <a:buNone/>
                      </a:pPr>
                      <a:r>
                        <a:t/>
                      </a:r>
                      <a:endParaRPr sz="1400" u="none" cap="none" strike="noStrike">
                        <a:latin typeface="Verdana"/>
                        <a:ea typeface="Verdana"/>
                        <a:cs typeface="Verdana"/>
                        <a:sym typeface="Verdana"/>
                      </a:endParaRPr>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rgbClr val="000000"/>
                        </a:buClr>
                        <a:buSzPts val="1400"/>
                        <a:buFont typeface="Arial"/>
                        <a:buNone/>
                      </a:pPr>
                      <a:r>
                        <a:rPr b="1" lang="en-US" sz="1400" u="none" cap="none" strike="noStrike">
                          <a:latin typeface="Verdana"/>
                          <a:ea typeface="Verdana"/>
                          <a:cs typeface="Verdana"/>
                          <a:sym typeface="Verdana"/>
                        </a:rPr>
                        <a:t>Acción del Actor</a:t>
                      </a:r>
                      <a:endParaRPr b="1" sz="1400" u="none" cap="none" strike="noStrike">
                        <a:latin typeface="Verdana"/>
                        <a:ea typeface="Verdana"/>
                        <a:cs typeface="Verdana"/>
                        <a:sym typeface="Verdana"/>
                      </a:endParaRPr>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rgbClr val="000000"/>
                        </a:buClr>
                        <a:buSzPts val="1400"/>
                        <a:buFont typeface="Arial"/>
                        <a:buNone/>
                      </a:pPr>
                      <a:r>
                        <a:rPr b="1" lang="en-US" sz="1400" u="none" cap="none" strike="noStrike">
                          <a:latin typeface="Verdana"/>
                          <a:ea typeface="Verdana"/>
                          <a:cs typeface="Verdana"/>
                          <a:sym typeface="Verdana"/>
                        </a:rPr>
                        <a:t>Acciones del Sistema</a:t>
                      </a:r>
                      <a:endParaRPr b="1" sz="1400" u="none" cap="none" strike="noStrike">
                        <a:latin typeface="Verdana"/>
                        <a:ea typeface="Verdana"/>
                        <a:cs typeface="Verdana"/>
                        <a:sym typeface="Verdana"/>
                      </a:endParaRPr>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311750">
                <a:tc vMerge="1"/>
                <a:tc>
                  <a:txBody>
                    <a:bodyPr/>
                    <a:lstStyle/>
                    <a:p>
                      <a:pPr indent="-342900" lvl="0" marL="342900" marR="0" rtl="0" algn="l">
                        <a:lnSpc>
                          <a:spcPct val="100000"/>
                        </a:lnSpc>
                        <a:spcBef>
                          <a:spcPts val="0"/>
                        </a:spcBef>
                        <a:spcAft>
                          <a:spcPts val="0"/>
                        </a:spcAft>
                        <a:buClr>
                          <a:srgbClr val="000000"/>
                        </a:buClr>
                        <a:buSzPts val="1400"/>
                        <a:buFont typeface="Arial"/>
                        <a:buNone/>
                      </a:pPr>
                      <a:r>
                        <a:rPr b="1" lang="en-US" sz="1400" u="none" cap="none" strike="noStrike">
                          <a:latin typeface="Verdana"/>
                          <a:ea typeface="Verdana"/>
                          <a:cs typeface="Verdana"/>
                          <a:sym typeface="Verdana"/>
                        </a:rPr>
                        <a:t>Paso 1</a:t>
                      </a:r>
                      <a:r>
                        <a:rPr lang="en-US" sz="1400" u="none" cap="none" strike="noStrike">
                          <a:latin typeface="Verdana"/>
                          <a:ea typeface="Verdana"/>
                          <a:cs typeface="Verdana"/>
                          <a:sym typeface="Verdana"/>
                        </a:rPr>
                        <a:t>: el usuario visitante selecciona la opción </a:t>
                      </a:r>
                      <a:r>
                        <a:rPr i="0" lang="en-US" sz="1400" u="none" cap="none" strike="noStrike">
                          <a:latin typeface="Verdana"/>
                          <a:ea typeface="Verdana"/>
                          <a:cs typeface="Verdana"/>
                          <a:sym typeface="Verdana"/>
                        </a:rPr>
                        <a:t>Ver adelanto.</a:t>
                      </a:r>
                      <a:endParaRPr sz="1400" u="none" cap="none" strike="noStrike"/>
                    </a:p>
                    <a:p>
                      <a:pPr indent="-342900" lvl="0" marL="342900" marR="0" rtl="0" algn="l">
                        <a:lnSpc>
                          <a:spcPct val="100000"/>
                        </a:lnSpc>
                        <a:spcBef>
                          <a:spcPts val="600"/>
                        </a:spcBef>
                        <a:spcAft>
                          <a:spcPts val="0"/>
                        </a:spcAft>
                        <a:buClr>
                          <a:srgbClr val="000000"/>
                        </a:buClr>
                        <a:buSzPts val="1400"/>
                        <a:buFont typeface="Arial"/>
                        <a:buNone/>
                      </a:pPr>
                      <a:r>
                        <a:rPr b="1" lang="en-US" sz="1400" u="none" cap="none" strike="noStrike">
                          <a:latin typeface="Verdana"/>
                          <a:ea typeface="Verdana"/>
                          <a:cs typeface="Verdana"/>
                          <a:sym typeface="Verdana"/>
                        </a:rPr>
                        <a:t>Paso 3</a:t>
                      </a:r>
                      <a:r>
                        <a:rPr lang="en-US" sz="1400" u="none" cap="none" strike="noStrike">
                          <a:latin typeface="Verdana"/>
                          <a:ea typeface="Verdana"/>
                          <a:cs typeface="Verdana"/>
                          <a:sym typeface="Verdana"/>
                        </a:rPr>
                        <a:t>: el usuario visitante selecciona una de las películas de la lista.</a:t>
                      </a:r>
                      <a:endParaRPr sz="1400" u="none" cap="none" strike="noStrike"/>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l">
                        <a:lnSpc>
                          <a:spcPct val="100000"/>
                        </a:lnSpc>
                        <a:spcBef>
                          <a:spcPts val="0"/>
                        </a:spcBef>
                        <a:spcAft>
                          <a:spcPts val="0"/>
                        </a:spcAft>
                        <a:buClr>
                          <a:srgbClr val="000000"/>
                        </a:buClr>
                        <a:buSzPts val="1400"/>
                        <a:buFont typeface="Arial"/>
                        <a:buNone/>
                      </a:pPr>
                      <a:r>
                        <a:rPr b="1" lang="en-US" sz="1400" u="none" cap="none" strike="noStrike">
                          <a:latin typeface="Verdana"/>
                          <a:ea typeface="Verdana"/>
                          <a:cs typeface="Verdana"/>
                          <a:sym typeface="Verdana"/>
                        </a:rPr>
                        <a:t>Paso 2: </a:t>
                      </a:r>
                      <a:r>
                        <a:rPr lang="en-US" sz="1400" u="none" cap="none" strike="noStrike">
                          <a:solidFill>
                            <a:schemeClr val="dk1"/>
                          </a:solidFill>
                          <a:latin typeface="Verdana"/>
                          <a:ea typeface="Verdana"/>
                          <a:cs typeface="Verdana"/>
                          <a:sym typeface="Verdana"/>
                        </a:rPr>
                        <a:t>el sistema muestra un listado de los títulos de las películas de la semana.</a:t>
                      </a:r>
                      <a:endParaRPr sz="1400" u="none" cap="none" strike="noStrike">
                        <a:solidFill>
                          <a:schemeClr val="dk1"/>
                        </a:solidFill>
                        <a:latin typeface="Verdana"/>
                        <a:ea typeface="Verdana"/>
                        <a:cs typeface="Verdana"/>
                        <a:sym typeface="Verdana"/>
                      </a:endParaRPr>
                    </a:p>
                    <a:p>
                      <a:pPr indent="-342900" lvl="0" marL="342900" marR="0" rtl="0" algn="l">
                        <a:lnSpc>
                          <a:spcPct val="100000"/>
                        </a:lnSpc>
                        <a:spcBef>
                          <a:spcPts val="600"/>
                        </a:spcBef>
                        <a:spcAft>
                          <a:spcPts val="0"/>
                        </a:spcAft>
                        <a:buClr>
                          <a:srgbClr val="000000"/>
                        </a:buClr>
                        <a:buSzPts val="1400"/>
                        <a:buFont typeface="Arial"/>
                        <a:buNone/>
                      </a:pPr>
                      <a:r>
                        <a:rPr b="1" lang="en-US" sz="1400" u="none" cap="none" strike="noStrike">
                          <a:latin typeface="Verdana"/>
                          <a:ea typeface="Verdana"/>
                          <a:cs typeface="Verdana"/>
                          <a:sym typeface="Verdana"/>
                        </a:rPr>
                        <a:t>Paso 4</a:t>
                      </a:r>
                      <a:r>
                        <a:rPr lang="en-US" sz="1400" u="none" cap="none" strike="noStrike">
                          <a:latin typeface="Verdana"/>
                          <a:ea typeface="Verdana"/>
                          <a:cs typeface="Verdana"/>
                          <a:sym typeface="Verdana"/>
                        </a:rPr>
                        <a:t>: el sistema reproduce el adelanto seleccionado.</a:t>
                      </a:r>
                      <a:endParaRPr sz="1400" u="none" cap="none" strike="noStrike">
                        <a:latin typeface="Verdana"/>
                        <a:ea typeface="Verdana"/>
                        <a:cs typeface="Verdana"/>
                        <a:sym typeface="Verdana"/>
                      </a:endParaRPr>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85075">
                <a:tc>
                  <a:txBody>
                    <a:bodyPr/>
                    <a:lstStyle/>
                    <a:p>
                      <a:pPr indent="-342900" lvl="0" marL="342900" marR="0" rtl="0" algn="just">
                        <a:lnSpc>
                          <a:spcPct val="100000"/>
                        </a:lnSpc>
                        <a:spcBef>
                          <a:spcPts val="0"/>
                        </a:spcBef>
                        <a:spcAft>
                          <a:spcPts val="0"/>
                        </a:spcAft>
                        <a:buClr>
                          <a:srgbClr val="000000"/>
                        </a:buClr>
                        <a:buSzPts val="1400"/>
                        <a:buFont typeface="Arial"/>
                        <a:buNone/>
                      </a:pPr>
                      <a:r>
                        <a:rPr b="1" lang="en-US" sz="1400" u="none" cap="none" strike="noStrike">
                          <a:solidFill>
                            <a:schemeClr val="dk1"/>
                          </a:solidFill>
                          <a:latin typeface="Verdana"/>
                          <a:ea typeface="Verdana"/>
                          <a:cs typeface="Verdana"/>
                          <a:sym typeface="Verdana"/>
                        </a:rPr>
                        <a:t>Curso Alterno:</a:t>
                      </a:r>
                      <a:endParaRPr b="1" sz="1400" u="none" cap="none" strike="noStrike">
                        <a:solidFill>
                          <a:schemeClr val="dk1"/>
                        </a:solidFill>
                        <a:latin typeface="Verdana"/>
                        <a:ea typeface="Verdana"/>
                        <a:cs typeface="Verdana"/>
                        <a:sym typeface="Verdana"/>
                      </a:endParaRPr>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gridSpan="2">
                  <a:txBody>
                    <a:bodyPr/>
                    <a:lstStyle/>
                    <a:p>
                      <a:pPr indent="-342900" lvl="0" marL="342900" marR="0" rtl="0" algn="just">
                        <a:lnSpc>
                          <a:spcPct val="100000"/>
                        </a:lnSpc>
                        <a:spcBef>
                          <a:spcPts val="0"/>
                        </a:spcBef>
                        <a:spcAft>
                          <a:spcPts val="0"/>
                        </a:spcAft>
                        <a:buClr>
                          <a:srgbClr val="000000"/>
                        </a:buClr>
                        <a:buSzPts val="1400"/>
                        <a:buFont typeface="Arial"/>
                        <a:buNone/>
                      </a:pPr>
                      <a:r>
                        <a:rPr lang="en-US" sz="1400" u="none" cap="none" strike="noStrike">
                          <a:latin typeface="Verdana"/>
                          <a:ea typeface="Verdana"/>
                          <a:cs typeface="Verdana"/>
                          <a:sym typeface="Verdana"/>
                        </a:rPr>
                        <a:t>---</a:t>
                      </a:r>
                      <a:endParaRPr sz="1400" u="none" cap="none" strike="noStrike"/>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r>
              <a:tr h="826775">
                <a:tc>
                  <a:txBody>
                    <a:bodyPr/>
                    <a:lstStyle/>
                    <a:p>
                      <a:pPr indent="-342900" lvl="0" marL="342900" marR="0" rtl="0" algn="just">
                        <a:lnSpc>
                          <a:spcPct val="100000"/>
                        </a:lnSpc>
                        <a:spcBef>
                          <a:spcPts val="0"/>
                        </a:spcBef>
                        <a:spcAft>
                          <a:spcPts val="0"/>
                        </a:spcAft>
                        <a:buClr>
                          <a:srgbClr val="000000"/>
                        </a:buClr>
                        <a:buSzPts val="1400"/>
                        <a:buFont typeface="Arial"/>
                        <a:buNone/>
                      </a:pPr>
                      <a:r>
                        <a:rPr b="1" lang="en-US" sz="1400" u="none" cap="none" strike="noStrike">
                          <a:solidFill>
                            <a:schemeClr val="dk1"/>
                          </a:solidFill>
                          <a:latin typeface="Verdana"/>
                          <a:ea typeface="Verdana"/>
                          <a:cs typeface="Verdana"/>
                          <a:sym typeface="Verdana"/>
                        </a:rPr>
                        <a:t>Postcondición:</a:t>
                      </a:r>
                      <a:endParaRPr b="1" sz="1400" u="none" cap="none" strike="noStrike">
                        <a:solidFill>
                          <a:schemeClr val="dk1"/>
                        </a:solidFill>
                        <a:latin typeface="Verdana"/>
                        <a:ea typeface="Verdana"/>
                        <a:cs typeface="Verdana"/>
                        <a:sym typeface="Verdana"/>
                      </a:endParaRPr>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gridSpan="2">
                  <a:txBody>
                    <a:bodyPr/>
                    <a:lstStyle/>
                    <a:p>
                      <a:pPr indent="-342900" lvl="0" marL="342900" marR="0" rtl="0" algn="just">
                        <a:lnSpc>
                          <a:spcPct val="100000"/>
                        </a:lnSpc>
                        <a:spcBef>
                          <a:spcPts val="0"/>
                        </a:spcBef>
                        <a:spcAft>
                          <a:spcPts val="0"/>
                        </a:spcAft>
                        <a:buClr>
                          <a:srgbClr val="000000"/>
                        </a:buClr>
                        <a:buSzPts val="1400"/>
                        <a:buFont typeface="Arial"/>
                        <a:buNone/>
                      </a:pPr>
                      <a:r>
                        <a:rPr lang="en-US" sz="1400" u="none" cap="none" strike="noStrike">
                          <a:latin typeface="Verdana"/>
                          <a:ea typeface="Verdana"/>
                          <a:cs typeface="Verdana"/>
                          <a:sym typeface="Verdana"/>
                        </a:rPr>
                        <a:t>El adelanto de una película fue reproducido.</a:t>
                      </a:r>
                      <a:endParaRPr sz="1400" u="none" cap="none" strike="noStrike">
                        <a:latin typeface="Verdana"/>
                        <a:ea typeface="Verdana"/>
                        <a:cs typeface="Verdana"/>
                        <a:sym typeface="Verdana"/>
                      </a:endParaRPr>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r>
            </a:tbl>
          </a:graphicData>
        </a:graphic>
      </p:graphicFrame>
      <p:sp>
        <p:nvSpPr>
          <p:cNvPr id="628" name="Google Shape;628;p11"/>
          <p:cNvSpPr txBox="1"/>
          <p:nvPr>
            <p:ph idx="12" type="sldNum"/>
          </p:nvPr>
        </p:nvSpPr>
        <p:spPr>
          <a:xfrm>
            <a:off x="816864" y="6356350"/>
            <a:ext cx="26416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2"/>
              </a:buClr>
              <a:buSzPts val="1400"/>
              <a:buFont typeface="Gill Sans"/>
              <a:buNone/>
            </a:pPr>
            <a:fld id="{00000000-1234-1234-1234-123412341234}" type="slidenum">
              <a:rPr lang="en-US"/>
              <a:t>‹#›</a:t>
            </a:fld>
            <a:endParaRPr/>
          </a:p>
        </p:txBody>
      </p:sp>
      <p:sp>
        <p:nvSpPr>
          <p:cNvPr id="629" name="Google Shape;629;p11"/>
          <p:cNvSpPr txBox="1"/>
          <p:nvPr>
            <p:ph type="title"/>
          </p:nvPr>
        </p:nvSpPr>
        <p:spPr>
          <a:xfrm>
            <a:off x="1055440" y="228599"/>
            <a:ext cx="10526960" cy="921859"/>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2"/>
              </a:buClr>
              <a:buSzPts val="1800"/>
              <a:buNone/>
            </a:pPr>
            <a:r>
              <a:rPr lang="en-US"/>
              <a:t>Casos de uso – Ejemplo - Escenarios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4" name="Shape 634"/>
        <p:cNvGrpSpPr/>
        <p:nvPr/>
      </p:nvGrpSpPr>
      <p:grpSpPr>
        <a:xfrm>
          <a:off x="0" y="0"/>
          <a:ext cx="0" cy="0"/>
          <a:chOff x="0" y="0"/>
          <a:chExt cx="0" cy="0"/>
        </a:xfrm>
      </p:grpSpPr>
      <p:graphicFrame>
        <p:nvGraphicFramePr>
          <p:cNvPr id="635" name="Google Shape;635;p12"/>
          <p:cNvGraphicFramePr/>
          <p:nvPr/>
        </p:nvGraphicFramePr>
        <p:xfrm>
          <a:off x="1271464" y="1261904"/>
          <a:ext cx="3000000" cy="3000000"/>
        </p:xfrm>
        <a:graphic>
          <a:graphicData uri="http://schemas.openxmlformats.org/drawingml/2006/table">
            <a:tbl>
              <a:tblPr>
                <a:noFill/>
                <a:tableStyleId>{04758DC2-2E3A-4E79-85B8-3D089E123D0C}</a:tableStyleId>
              </a:tblPr>
              <a:tblGrid>
                <a:gridCol w="2703500"/>
                <a:gridCol w="3560300"/>
                <a:gridCol w="3601300"/>
              </a:tblGrid>
              <a:tr h="177800">
                <a:tc>
                  <a:txBody>
                    <a:bodyPr/>
                    <a:lstStyle/>
                    <a:p>
                      <a:pPr indent="0" lvl="0" marL="0" marR="0" rtl="0" algn="just">
                        <a:lnSpc>
                          <a:spcPct val="100000"/>
                        </a:lnSpc>
                        <a:spcBef>
                          <a:spcPts val="0"/>
                        </a:spcBef>
                        <a:spcAft>
                          <a:spcPts val="0"/>
                        </a:spcAft>
                        <a:buClr>
                          <a:srgbClr val="000000"/>
                        </a:buClr>
                        <a:buSzPts val="1400"/>
                        <a:buFont typeface="Arial"/>
                        <a:buNone/>
                      </a:pPr>
                      <a:r>
                        <a:rPr b="1" lang="en-US" sz="1400" u="none" cap="none" strike="noStrike">
                          <a:latin typeface="Verdana"/>
                          <a:ea typeface="Verdana"/>
                          <a:cs typeface="Verdana"/>
                          <a:sym typeface="Verdana"/>
                        </a:rPr>
                        <a:t>Nombre del caso de uso:</a:t>
                      </a:r>
                      <a:r>
                        <a:rPr lang="en-US" sz="1400" u="none" cap="none" strike="noStrike">
                          <a:latin typeface="Times New Roman"/>
                          <a:ea typeface="Times New Roman"/>
                          <a:cs typeface="Times New Roman"/>
                          <a:sym typeface="Times New Roman"/>
                        </a:rPr>
                        <a:t> </a:t>
                      </a:r>
                      <a:endParaRPr sz="1400" u="none" cap="none" strike="noStrike">
                        <a:latin typeface="Times New Roman"/>
                        <a:ea typeface="Times New Roman"/>
                        <a:cs typeface="Times New Roman"/>
                        <a:sym typeface="Times New Roman"/>
                      </a:endParaRPr>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gridSpan="2">
                  <a:txBody>
                    <a:bodyPr/>
                    <a:lstStyle/>
                    <a:p>
                      <a:pPr indent="0" lvl="0" marL="0" marR="0" rtl="0" algn="just">
                        <a:lnSpc>
                          <a:spcPct val="100000"/>
                        </a:lnSpc>
                        <a:spcBef>
                          <a:spcPts val="0"/>
                        </a:spcBef>
                        <a:spcAft>
                          <a:spcPts val="0"/>
                        </a:spcAft>
                        <a:buClr>
                          <a:srgbClr val="000000"/>
                        </a:buClr>
                        <a:buSzPts val="1400"/>
                        <a:buFont typeface="Arial"/>
                        <a:buNone/>
                      </a:pPr>
                      <a:r>
                        <a:rPr lang="en-US" sz="1400" u="none" cap="none" strike="noStrike">
                          <a:solidFill>
                            <a:schemeClr val="dk1"/>
                          </a:solidFill>
                          <a:latin typeface="Verdana"/>
                          <a:ea typeface="Verdana"/>
                          <a:cs typeface="Verdana"/>
                          <a:sym typeface="Verdana"/>
                        </a:rPr>
                        <a:t>Ver película</a:t>
                      </a:r>
                      <a:endParaRPr sz="1400" u="none" cap="none" strike="noStrike"/>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r>
              <a:tr h="462350">
                <a:tc>
                  <a:txBody>
                    <a:bodyPr/>
                    <a:lstStyle/>
                    <a:p>
                      <a:pPr indent="0" lvl="0" marL="0" marR="0" rtl="0" algn="just">
                        <a:lnSpc>
                          <a:spcPct val="100000"/>
                        </a:lnSpc>
                        <a:spcBef>
                          <a:spcPts val="0"/>
                        </a:spcBef>
                        <a:spcAft>
                          <a:spcPts val="0"/>
                        </a:spcAft>
                        <a:buClr>
                          <a:srgbClr val="000000"/>
                        </a:buClr>
                        <a:buSzPts val="1400"/>
                        <a:buFont typeface="Arial"/>
                        <a:buNone/>
                      </a:pPr>
                      <a:r>
                        <a:rPr b="1" lang="en-US" sz="1400" u="none" cap="none" strike="noStrike">
                          <a:latin typeface="Verdana"/>
                          <a:ea typeface="Verdana"/>
                          <a:cs typeface="Verdana"/>
                          <a:sym typeface="Verdana"/>
                        </a:rPr>
                        <a:t>Descripción:</a:t>
                      </a:r>
                      <a:endParaRPr sz="1400" u="none" cap="none" strike="noStrike">
                        <a:solidFill>
                          <a:schemeClr val="dk1"/>
                        </a:solidFill>
                        <a:latin typeface="Verdana"/>
                        <a:ea typeface="Verdana"/>
                        <a:cs typeface="Verdana"/>
                        <a:sym typeface="Verdana"/>
                      </a:endParaRPr>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gridSpan="2">
                  <a:txBody>
                    <a:bodyPr/>
                    <a:lstStyle/>
                    <a:p>
                      <a:pPr indent="0" lvl="0" marL="0" marR="0" rtl="0" algn="just">
                        <a:lnSpc>
                          <a:spcPct val="100000"/>
                        </a:lnSpc>
                        <a:spcBef>
                          <a:spcPts val="0"/>
                        </a:spcBef>
                        <a:spcAft>
                          <a:spcPts val="0"/>
                        </a:spcAft>
                        <a:buClr>
                          <a:srgbClr val="000000"/>
                        </a:buClr>
                        <a:buSzPts val="1400"/>
                        <a:buFont typeface="Arial"/>
                        <a:buNone/>
                      </a:pPr>
                      <a:r>
                        <a:rPr lang="en-US" sz="1400" u="none" cap="none" strike="noStrike">
                          <a:solidFill>
                            <a:schemeClr val="dk1"/>
                          </a:solidFill>
                          <a:latin typeface="Verdana"/>
                          <a:ea typeface="Verdana"/>
                          <a:cs typeface="Verdana"/>
                          <a:sym typeface="Verdana"/>
                        </a:rPr>
                        <a:t>Este caso de uso describe el evento en el que un usuario registrado elige una película para reproducir.</a:t>
                      </a:r>
                      <a:endParaRPr sz="1400" u="none" cap="none" strike="noStrike">
                        <a:solidFill>
                          <a:schemeClr val="dk1"/>
                        </a:solidFill>
                        <a:latin typeface="Verdana"/>
                        <a:ea typeface="Verdana"/>
                        <a:cs typeface="Verdana"/>
                        <a:sym typeface="Verdana"/>
                      </a:endParaRPr>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r>
              <a:tr h="366825">
                <a:tc>
                  <a:txBody>
                    <a:bodyPr/>
                    <a:lstStyle/>
                    <a:p>
                      <a:pPr indent="0" lvl="0" marL="0" marR="0" rtl="0" algn="just">
                        <a:lnSpc>
                          <a:spcPct val="100000"/>
                        </a:lnSpc>
                        <a:spcBef>
                          <a:spcPts val="0"/>
                        </a:spcBef>
                        <a:spcAft>
                          <a:spcPts val="0"/>
                        </a:spcAft>
                        <a:buClr>
                          <a:srgbClr val="000000"/>
                        </a:buClr>
                        <a:buSzPts val="1400"/>
                        <a:buFont typeface="Arial"/>
                        <a:buNone/>
                      </a:pPr>
                      <a:r>
                        <a:rPr b="1" lang="en-US" sz="1400" u="none" cap="none" strike="noStrike">
                          <a:latin typeface="Verdana"/>
                          <a:ea typeface="Verdana"/>
                          <a:cs typeface="Verdana"/>
                          <a:sym typeface="Verdana"/>
                        </a:rPr>
                        <a:t>Actores: </a:t>
                      </a:r>
                      <a:endParaRPr sz="1400" u="none" cap="none" strike="noStrike">
                        <a:latin typeface="Verdana"/>
                        <a:ea typeface="Verdana"/>
                        <a:cs typeface="Verdana"/>
                        <a:sym typeface="Verdana"/>
                      </a:endParaRPr>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gridSpan="2">
                  <a:txBody>
                    <a:bodyPr/>
                    <a:lstStyle/>
                    <a:p>
                      <a:pPr indent="0" lvl="0" marL="0" marR="0" rtl="0" algn="just">
                        <a:lnSpc>
                          <a:spcPct val="100000"/>
                        </a:lnSpc>
                        <a:spcBef>
                          <a:spcPts val="0"/>
                        </a:spcBef>
                        <a:spcAft>
                          <a:spcPts val="0"/>
                        </a:spcAft>
                        <a:buClr>
                          <a:srgbClr val="000000"/>
                        </a:buClr>
                        <a:buSzPts val="1400"/>
                        <a:buFont typeface="Arial"/>
                        <a:buNone/>
                      </a:pPr>
                      <a:r>
                        <a:rPr lang="en-US" sz="1400" u="none" cap="none" strike="noStrike">
                          <a:solidFill>
                            <a:schemeClr val="dk1"/>
                          </a:solidFill>
                          <a:latin typeface="Verdana"/>
                          <a:ea typeface="Verdana"/>
                          <a:cs typeface="Verdana"/>
                          <a:sym typeface="Verdana"/>
                        </a:rPr>
                        <a:t>Usuario Registrado</a:t>
                      </a:r>
                      <a:endParaRPr sz="1400" u="none" cap="none" strike="noStrike">
                        <a:solidFill>
                          <a:schemeClr val="dk1"/>
                        </a:solidFill>
                        <a:latin typeface="Verdana"/>
                        <a:ea typeface="Verdana"/>
                        <a:cs typeface="Verdana"/>
                        <a:sym typeface="Verdana"/>
                      </a:endParaRPr>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r>
              <a:tr h="366825">
                <a:tc>
                  <a:txBody>
                    <a:bodyPr/>
                    <a:lstStyle/>
                    <a:p>
                      <a:pPr indent="0" lvl="0" marL="0" marR="0" rtl="0" algn="just">
                        <a:lnSpc>
                          <a:spcPct val="100000"/>
                        </a:lnSpc>
                        <a:spcBef>
                          <a:spcPts val="0"/>
                        </a:spcBef>
                        <a:spcAft>
                          <a:spcPts val="0"/>
                        </a:spcAft>
                        <a:buClr>
                          <a:srgbClr val="000000"/>
                        </a:buClr>
                        <a:buSzPts val="1400"/>
                        <a:buFont typeface="Arial"/>
                        <a:buNone/>
                      </a:pPr>
                      <a:r>
                        <a:rPr b="1" lang="en-US" sz="1400" u="none" cap="none" strike="noStrike">
                          <a:latin typeface="Verdana"/>
                          <a:ea typeface="Verdana"/>
                          <a:cs typeface="Verdana"/>
                          <a:sym typeface="Verdana"/>
                        </a:rPr>
                        <a:t>Precondiciones:</a:t>
                      </a:r>
                      <a:r>
                        <a:rPr lang="en-US" sz="1400" u="none" cap="none" strike="noStrike">
                          <a:latin typeface="Times New Roman"/>
                          <a:ea typeface="Times New Roman"/>
                          <a:cs typeface="Times New Roman"/>
                          <a:sym typeface="Times New Roman"/>
                        </a:rPr>
                        <a:t> </a:t>
                      </a:r>
                      <a:endParaRPr sz="1400" u="none" cap="none" strike="noStrike">
                        <a:latin typeface="Verdana"/>
                        <a:ea typeface="Verdana"/>
                        <a:cs typeface="Verdana"/>
                        <a:sym typeface="Verdana"/>
                      </a:endParaRPr>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gridSpan="2">
                  <a:txBody>
                    <a:bodyPr/>
                    <a:lstStyle/>
                    <a:p>
                      <a:pPr indent="0" lvl="0" marL="0" marR="0" rtl="0" algn="just">
                        <a:lnSpc>
                          <a:spcPct val="100000"/>
                        </a:lnSpc>
                        <a:spcBef>
                          <a:spcPts val="0"/>
                        </a:spcBef>
                        <a:spcAft>
                          <a:spcPts val="0"/>
                        </a:spcAft>
                        <a:buClr>
                          <a:srgbClr val="000000"/>
                        </a:buClr>
                        <a:buSzPts val="1400"/>
                        <a:buFont typeface="Arial"/>
                        <a:buNone/>
                      </a:pPr>
                      <a:r>
                        <a:rPr lang="en-US" sz="1400" u="none" cap="none" strike="noStrike">
                          <a:solidFill>
                            <a:schemeClr val="dk1"/>
                          </a:solidFill>
                          <a:latin typeface="Verdana"/>
                          <a:ea typeface="Verdana"/>
                          <a:cs typeface="Verdana"/>
                          <a:sym typeface="Verdana"/>
                        </a:rPr>
                        <a:t>El usuario debe tener una sesión iniciada.</a:t>
                      </a:r>
                      <a:endParaRPr sz="1400" u="none" cap="none" strike="noStrike">
                        <a:solidFill>
                          <a:schemeClr val="dk1"/>
                        </a:solidFill>
                        <a:latin typeface="Verdana"/>
                        <a:ea typeface="Verdana"/>
                        <a:cs typeface="Verdana"/>
                        <a:sym typeface="Verdana"/>
                      </a:endParaRPr>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r>
              <a:tr h="271050">
                <a:tc rowSpan="2">
                  <a:txBody>
                    <a:bodyPr/>
                    <a:lstStyle/>
                    <a:p>
                      <a:pPr indent="-342900" lvl="0" marL="342900" marR="0" rtl="0" algn="just">
                        <a:lnSpc>
                          <a:spcPct val="100000"/>
                        </a:lnSpc>
                        <a:spcBef>
                          <a:spcPts val="0"/>
                        </a:spcBef>
                        <a:spcAft>
                          <a:spcPts val="0"/>
                        </a:spcAft>
                        <a:buClr>
                          <a:srgbClr val="000000"/>
                        </a:buClr>
                        <a:buSzPts val="1400"/>
                        <a:buFont typeface="Arial"/>
                        <a:buNone/>
                      </a:pPr>
                      <a:r>
                        <a:rPr b="1" lang="en-US" sz="1400" u="none" cap="none" strike="noStrike">
                          <a:latin typeface="Verdana"/>
                          <a:ea typeface="Verdana"/>
                          <a:cs typeface="Verdana"/>
                          <a:sym typeface="Verdana"/>
                        </a:rPr>
                        <a:t>Curso Normal:</a:t>
                      </a:r>
                      <a:endParaRPr sz="1400" u="none" cap="none" strike="noStrike">
                        <a:latin typeface="Times New Roman"/>
                        <a:ea typeface="Times New Roman"/>
                        <a:cs typeface="Times New Roman"/>
                        <a:sym typeface="Times New Roman"/>
                      </a:endParaRPr>
                    </a:p>
                    <a:p>
                      <a:pPr indent="-342900" lvl="0" marL="342900" marR="0" rtl="0" algn="just">
                        <a:lnSpc>
                          <a:spcPct val="100000"/>
                        </a:lnSpc>
                        <a:spcBef>
                          <a:spcPts val="600"/>
                        </a:spcBef>
                        <a:spcAft>
                          <a:spcPts val="0"/>
                        </a:spcAft>
                        <a:buClr>
                          <a:srgbClr val="000000"/>
                        </a:buClr>
                        <a:buSzPts val="1400"/>
                        <a:buFont typeface="Arial"/>
                        <a:buNone/>
                      </a:pPr>
                      <a:r>
                        <a:t/>
                      </a:r>
                      <a:endParaRPr sz="1400" u="none" cap="none" strike="noStrike">
                        <a:latin typeface="Verdana"/>
                        <a:ea typeface="Verdana"/>
                        <a:cs typeface="Verdana"/>
                        <a:sym typeface="Verdana"/>
                      </a:endParaRPr>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rgbClr val="000000"/>
                        </a:buClr>
                        <a:buSzPts val="1400"/>
                        <a:buFont typeface="Arial"/>
                        <a:buNone/>
                      </a:pPr>
                      <a:r>
                        <a:rPr b="1" lang="en-US" sz="1400" u="none" cap="none" strike="noStrike">
                          <a:latin typeface="Verdana"/>
                          <a:ea typeface="Verdana"/>
                          <a:cs typeface="Verdana"/>
                          <a:sym typeface="Verdana"/>
                        </a:rPr>
                        <a:t>Acción del Actor</a:t>
                      </a:r>
                      <a:endParaRPr b="1" sz="1400" u="none" cap="none" strike="noStrike">
                        <a:latin typeface="Verdana"/>
                        <a:ea typeface="Verdana"/>
                        <a:cs typeface="Verdana"/>
                        <a:sym typeface="Verdana"/>
                      </a:endParaRPr>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rgbClr val="000000"/>
                        </a:buClr>
                        <a:buSzPts val="1400"/>
                        <a:buFont typeface="Arial"/>
                        <a:buNone/>
                      </a:pPr>
                      <a:r>
                        <a:rPr b="1" lang="en-US" sz="1400" u="none" cap="none" strike="noStrike">
                          <a:latin typeface="Verdana"/>
                          <a:ea typeface="Verdana"/>
                          <a:cs typeface="Verdana"/>
                          <a:sym typeface="Verdana"/>
                        </a:rPr>
                        <a:t>Acciones del Sistema</a:t>
                      </a:r>
                      <a:endParaRPr b="1" sz="1400" u="none" cap="none" strike="noStrike">
                        <a:latin typeface="Verdana"/>
                        <a:ea typeface="Verdana"/>
                        <a:cs typeface="Verdana"/>
                        <a:sym typeface="Verdana"/>
                      </a:endParaRPr>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207450">
                <a:tc vMerge="1"/>
                <a:tc>
                  <a:txBody>
                    <a:bodyPr/>
                    <a:lstStyle/>
                    <a:p>
                      <a:pPr indent="-342900" lvl="0" marL="342900" marR="0" rtl="0" algn="l">
                        <a:lnSpc>
                          <a:spcPct val="100000"/>
                        </a:lnSpc>
                        <a:spcBef>
                          <a:spcPts val="0"/>
                        </a:spcBef>
                        <a:spcAft>
                          <a:spcPts val="0"/>
                        </a:spcAft>
                        <a:buClr>
                          <a:srgbClr val="000000"/>
                        </a:buClr>
                        <a:buSzPts val="1400"/>
                        <a:buFont typeface="Arial"/>
                        <a:buNone/>
                      </a:pPr>
                      <a:r>
                        <a:rPr b="1" lang="en-US" sz="1400" u="none" cap="none" strike="noStrike">
                          <a:latin typeface="Verdana"/>
                          <a:ea typeface="Verdana"/>
                          <a:cs typeface="Verdana"/>
                          <a:sym typeface="Verdana"/>
                        </a:rPr>
                        <a:t>Paso 1</a:t>
                      </a:r>
                      <a:r>
                        <a:rPr lang="en-US" sz="1400" u="none" cap="none" strike="noStrike">
                          <a:latin typeface="Verdana"/>
                          <a:ea typeface="Verdana"/>
                          <a:cs typeface="Verdana"/>
                          <a:sym typeface="Verdana"/>
                        </a:rPr>
                        <a:t>: el usuario registrado selecciona la opción </a:t>
                      </a:r>
                      <a:r>
                        <a:rPr lang="en-US" sz="1400" u="none" cap="none" strike="noStrike">
                          <a:solidFill>
                            <a:schemeClr val="dk1"/>
                          </a:solidFill>
                          <a:latin typeface="Verdana"/>
                          <a:ea typeface="Verdana"/>
                          <a:cs typeface="Verdana"/>
                          <a:sym typeface="Verdana"/>
                        </a:rPr>
                        <a:t>Ver película </a:t>
                      </a:r>
                      <a:endParaRPr sz="1400" u="none" cap="none" strike="noStrike"/>
                    </a:p>
                    <a:p>
                      <a:pPr indent="-342900" lvl="0" marL="342900" marR="0" rtl="0" algn="l">
                        <a:lnSpc>
                          <a:spcPct val="100000"/>
                        </a:lnSpc>
                        <a:spcBef>
                          <a:spcPts val="600"/>
                        </a:spcBef>
                        <a:spcAft>
                          <a:spcPts val="0"/>
                        </a:spcAft>
                        <a:buClr>
                          <a:srgbClr val="000000"/>
                        </a:buClr>
                        <a:buSzPts val="1400"/>
                        <a:buFont typeface="Arial"/>
                        <a:buNone/>
                      </a:pPr>
                      <a:r>
                        <a:rPr b="1" lang="en-US" sz="1400" u="none" cap="none" strike="noStrike">
                          <a:latin typeface="Verdana"/>
                          <a:ea typeface="Verdana"/>
                          <a:cs typeface="Verdana"/>
                          <a:sym typeface="Verdana"/>
                        </a:rPr>
                        <a:t>Paso 3</a:t>
                      </a:r>
                      <a:r>
                        <a:rPr lang="en-US" sz="1400" u="none" cap="none" strike="noStrike">
                          <a:latin typeface="Verdana"/>
                          <a:ea typeface="Verdana"/>
                          <a:cs typeface="Verdana"/>
                          <a:sym typeface="Verdana"/>
                        </a:rPr>
                        <a:t>: el usuario registrado selecciona una de las películas de la lista.</a:t>
                      </a:r>
                      <a:endParaRPr sz="1400" u="none" cap="none" strike="noStrike"/>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l">
                        <a:lnSpc>
                          <a:spcPct val="100000"/>
                        </a:lnSpc>
                        <a:spcBef>
                          <a:spcPts val="0"/>
                        </a:spcBef>
                        <a:spcAft>
                          <a:spcPts val="0"/>
                        </a:spcAft>
                        <a:buClr>
                          <a:srgbClr val="000000"/>
                        </a:buClr>
                        <a:buSzPts val="1400"/>
                        <a:buFont typeface="Arial"/>
                        <a:buNone/>
                      </a:pPr>
                      <a:r>
                        <a:rPr b="1" lang="en-US" sz="1400" u="none" cap="none" strike="noStrike">
                          <a:latin typeface="Verdana"/>
                          <a:ea typeface="Verdana"/>
                          <a:cs typeface="Verdana"/>
                          <a:sym typeface="Verdana"/>
                        </a:rPr>
                        <a:t>Paso 2</a:t>
                      </a:r>
                      <a:r>
                        <a:rPr lang="en-US" sz="1400" u="none" cap="none" strike="noStrike">
                          <a:latin typeface="Verdana"/>
                          <a:ea typeface="Verdana"/>
                          <a:cs typeface="Verdana"/>
                          <a:sym typeface="Verdana"/>
                        </a:rPr>
                        <a:t>: </a:t>
                      </a:r>
                      <a:r>
                        <a:rPr lang="en-US" sz="1400" u="none" cap="none" strike="noStrike">
                          <a:solidFill>
                            <a:schemeClr val="dk1"/>
                          </a:solidFill>
                          <a:latin typeface="Verdana"/>
                          <a:ea typeface="Verdana"/>
                          <a:cs typeface="Verdana"/>
                          <a:sym typeface="Verdana"/>
                        </a:rPr>
                        <a:t>el sistema muestra un listado de los títulos de las películas de la semana.</a:t>
                      </a:r>
                      <a:endParaRPr sz="1400" u="none" cap="none" strike="noStrike">
                        <a:solidFill>
                          <a:schemeClr val="dk1"/>
                        </a:solidFill>
                        <a:latin typeface="Verdana"/>
                        <a:ea typeface="Verdana"/>
                        <a:cs typeface="Verdana"/>
                        <a:sym typeface="Verdana"/>
                      </a:endParaRPr>
                    </a:p>
                    <a:p>
                      <a:pPr indent="-342900" lvl="0" marL="342900" marR="0" rtl="0" algn="l">
                        <a:lnSpc>
                          <a:spcPct val="100000"/>
                        </a:lnSpc>
                        <a:spcBef>
                          <a:spcPts val="600"/>
                        </a:spcBef>
                        <a:spcAft>
                          <a:spcPts val="0"/>
                        </a:spcAft>
                        <a:buClr>
                          <a:srgbClr val="000000"/>
                        </a:buClr>
                        <a:buSzPts val="1400"/>
                        <a:buFont typeface="Arial"/>
                        <a:buNone/>
                      </a:pPr>
                      <a:r>
                        <a:rPr b="1" lang="en-US" sz="1400" u="none" cap="none" strike="noStrike">
                          <a:latin typeface="Verdana"/>
                          <a:ea typeface="Verdana"/>
                          <a:cs typeface="Verdana"/>
                          <a:sym typeface="Verdana"/>
                        </a:rPr>
                        <a:t>Paso 4</a:t>
                      </a:r>
                      <a:r>
                        <a:rPr lang="en-US" sz="1400" u="none" cap="none" strike="noStrike">
                          <a:latin typeface="Verdana"/>
                          <a:ea typeface="Verdana"/>
                          <a:cs typeface="Verdana"/>
                          <a:sym typeface="Verdana"/>
                        </a:rPr>
                        <a:t>: Si la película es del tipo “exclusivo”. </a:t>
                      </a:r>
                      <a:endParaRPr sz="1400" u="none" cap="none" strike="noStrike"/>
                    </a:p>
                    <a:p>
                      <a:pPr indent="-342900" lvl="1" marL="800100" marR="0" rtl="0" algn="l">
                        <a:lnSpc>
                          <a:spcPct val="100000"/>
                        </a:lnSpc>
                        <a:spcBef>
                          <a:spcPts val="600"/>
                        </a:spcBef>
                        <a:spcAft>
                          <a:spcPts val="0"/>
                        </a:spcAft>
                        <a:buClr>
                          <a:srgbClr val="000000"/>
                        </a:buClr>
                        <a:buSzPts val="1400"/>
                        <a:buFont typeface="Arial"/>
                        <a:buNone/>
                      </a:pPr>
                      <a:r>
                        <a:rPr b="1" lang="en-US" sz="1400" u="none" cap="none" strike="noStrike">
                          <a:latin typeface="Verdana"/>
                          <a:ea typeface="Verdana"/>
                          <a:cs typeface="Verdana"/>
                          <a:sym typeface="Verdana"/>
                        </a:rPr>
                        <a:t>4.1 </a:t>
                      </a:r>
                      <a:r>
                        <a:rPr lang="en-US" sz="1400" u="none" cap="none" strike="noStrike">
                          <a:latin typeface="Verdana"/>
                          <a:ea typeface="Verdana"/>
                          <a:cs typeface="Verdana"/>
                          <a:sym typeface="Verdana"/>
                        </a:rPr>
                        <a:t> El sistema ejecuta el caso de uso Pagar con tarjeta.</a:t>
                      </a:r>
                      <a:endParaRPr sz="1400" u="none" cap="none" strike="noStrike"/>
                    </a:p>
                    <a:p>
                      <a:pPr indent="-342900" lvl="0" marL="342900" marR="0" rtl="0" algn="l">
                        <a:lnSpc>
                          <a:spcPct val="100000"/>
                        </a:lnSpc>
                        <a:spcBef>
                          <a:spcPts val="600"/>
                        </a:spcBef>
                        <a:spcAft>
                          <a:spcPts val="0"/>
                        </a:spcAft>
                        <a:buClr>
                          <a:srgbClr val="000000"/>
                        </a:buClr>
                        <a:buSzPts val="1400"/>
                        <a:buFont typeface="Arial"/>
                        <a:buNone/>
                      </a:pPr>
                      <a:r>
                        <a:rPr b="1" lang="en-US" sz="1400" u="none" cap="none" strike="noStrike">
                          <a:latin typeface="Verdana"/>
                          <a:ea typeface="Verdana"/>
                          <a:cs typeface="Verdana"/>
                          <a:sym typeface="Verdana"/>
                        </a:rPr>
                        <a:t>Paso 5</a:t>
                      </a:r>
                      <a:r>
                        <a:rPr lang="en-US" sz="1400" u="none" cap="none" strike="noStrike">
                          <a:latin typeface="Verdana"/>
                          <a:ea typeface="Verdana"/>
                          <a:cs typeface="Verdana"/>
                          <a:sym typeface="Verdana"/>
                        </a:rPr>
                        <a:t>: el sistema reproduce la película seleccionada.</a:t>
                      </a:r>
                      <a:endParaRPr sz="1400" u="none" cap="none" strike="noStrike">
                        <a:latin typeface="Verdana"/>
                        <a:ea typeface="Verdana"/>
                        <a:cs typeface="Verdana"/>
                        <a:sym typeface="Verdana"/>
                      </a:endParaRPr>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645100">
                <a:tc>
                  <a:txBody>
                    <a:bodyPr/>
                    <a:lstStyle/>
                    <a:p>
                      <a:pPr indent="-342900" lvl="0" marL="342900" marR="0" rtl="0" algn="just">
                        <a:lnSpc>
                          <a:spcPct val="100000"/>
                        </a:lnSpc>
                        <a:spcBef>
                          <a:spcPts val="0"/>
                        </a:spcBef>
                        <a:spcAft>
                          <a:spcPts val="0"/>
                        </a:spcAft>
                        <a:buClr>
                          <a:srgbClr val="000000"/>
                        </a:buClr>
                        <a:buSzPts val="1400"/>
                        <a:buFont typeface="Arial"/>
                        <a:buNone/>
                      </a:pPr>
                      <a:r>
                        <a:rPr b="1" lang="en-US" sz="1400" u="none" cap="none" strike="noStrike">
                          <a:solidFill>
                            <a:schemeClr val="dk1"/>
                          </a:solidFill>
                          <a:latin typeface="Verdana"/>
                          <a:ea typeface="Verdana"/>
                          <a:cs typeface="Verdana"/>
                          <a:sym typeface="Verdana"/>
                        </a:rPr>
                        <a:t>Curso Alterno:</a:t>
                      </a:r>
                      <a:endParaRPr b="1" sz="1400" u="none" cap="none" strike="noStrike">
                        <a:solidFill>
                          <a:schemeClr val="dk1"/>
                        </a:solidFill>
                        <a:latin typeface="Verdana"/>
                        <a:ea typeface="Verdana"/>
                        <a:cs typeface="Verdana"/>
                        <a:sym typeface="Verdana"/>
                      </a:endParaRPr>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gridSpan="2">
                  <a:txBody>
                    <a:bodyPr/>
                    <a:lstStyle/>
                    <a:p>
                      <a:pPr indent="-342900" lvl="0" marL="342900" marR="0" rtl="0" algn="just">
                        <a:lnSpc>
                          <a:spcPct val="100000"/>
                        </a:lnSpc>
                        <a:spcBef>
                          <a:spcPts val="0"/>
                        </a:spcBef>
                        <a:spcAft>
                          <a:spcPts val="0"/>
                        </a:spcAft>
                        <a:buClr>
                          <a:srgbClr val="000000"/>
                        </a:buClr>
                        <a:buSzPts val="1400"/>
                        <a:buFont typeface="Arial"/>
                        <a:buNone/>
                      </a:pPr>
                      <a:r>
                        <a:rPr b="1" lang="en-US" sz="1400" u="none" cap="none" strike="noStrike">
                          <a:latin typeface="Verdana"/>
                          <a:ea typeface="Verdana"/>
                          <a:cs typeface="Verdana"/>
                          <a:sym typeface="Verdana"/>
                        </a:rPr>
                        <a:t>Paso alternativo 4.1</a:t>
                      </a:r>
                      <a:r>
                        <a:rPr lang="en-US" sz="1400" u="none" cap="none" strike="noStrike">
                          <a:latin typeface="Verdana"/>
                          <a:ea typeface="Verdana"/>
                          <a:cs typeface="Verdana"/>
                          <a:sym typeface="Verdana"/>
                        </a:rPr>
                        <a:t>: El pago no se realiza. Se notifica al usuario. Fin de CU.</a:t>
                      </a:r>
                      <a:endParaRPr sz="1400" u="none" cap="none" strike="noStrike">
                        <a:latin typeface="Verdana"/>
                        <a:ea typeface="Verdana"/>
                        <a:cs typeface="Verdana"/>
                        <a:sym typeface="Verdana"/>
                      </a:endParaRPr>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r>
              <a:tr h="177800">
                <a:tc>
                  <a:txBody>
                    <a:bodyPr/>
                    <a:lstStyle/>
                    <a:p>
                      <a:pPr indent="-342900" lvl="0" marL="342900" marR="0" rtl="0" algn="just">
                        <a:lnSpc>
                          <a:spcPct val="100000"/>
                        </a:lnSpc>
                        <a:spcBef>
                          <a:spcPts val="0"/>
                        </a:spcBef>
                        <a:spcAft>
                          <a:spcPts val="0"/>
                        </a:spcAft>
                        <a:buClr>
                          <a:srgbClr val="000000"/>
                        </a:buClr>
                        <a:buSzPts val="1400"/>
                        <a:buFont typeface="Arial"/>
                        <a:buNone/>
                      </a:pPr>
                      <a:r>
                        <a:rPr b="1" lang="en-US" sz="1400" u="none" cap="none" strike="noStrike">
                          <a:solidFill>
                            <a:schemeClr val="dk1"/>
                          </a:solidFill>
                          <a:latin typeface="Verdana"/>
                          <a:ea typeface="Verdana"/>
                          <a:cs typeface="Verdana"/>
                          <a:sym typeface="Verdana"/>
                        </a:rPr>
                        <a:t>Postcondición:</a:t>
                      </a:r>
                      <a:endParaRPr b="1" sz="1400" u="none" cap="none" strike="noStrike">
                        <a:solidFill>
                          <a:schemeClr val="dk1"/>
                        </a:solidFill>
                        <a:latin typeface="Verdana"/>
                        <a:ea typeface="Verdana"/>
                        <a:cs typeface="Verdana"/>
                        <a:sym typeface="Verdana"/>
                      </a:endParaRPr>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gridSpan="2">
                  <a:txBody>
                    <a:bodyPr/>
                    <a:lstStyle/>
                    <a:p>
                      <a:pPr indent="-342900" lvl="0" marL="342900" marR="0" rtl="0" algn="just">
                        <a:lnSpc>
                          <a:spcPct val="100000"/>
                        </a:lnSpc>
                        <a:spcBef>
                          <a:spcPts val="0"/>
                        </a:spcBef>
                        <a:spcAft>
                          <a:spcPts val="0"/>
                        </a:spcAft>
                        <a:buClr>
                          <a:srgbClr val="000000"/>
                        </a:buClr>
                        <a:buSzPts val="1400"/>
                        <a:buFont typeface="Arial"/>
                        <a:buNone/>
                      </a:pPr>
                      <a:r>
                        <a:rPr lang="en-US" sz="1400" u="none" cap="none" strike="noStrike">
                          <a:latin typeface="Verdana"/>
                          <a:ea typeface="Verdana"/>
                          <a:cs typeface="Verdana"/>
                          <a:sym typeface="Verdana"/>
                        </a:rPr>
                        <a:t>Una película fue reproducida</a:t>
                      </a:r>
                      <a:endParaRPr sz="1400" u="none" cap="none" strike="noStrike">
                        <a:latin typeface="Verdana"/>
                        <a:ea typeface="Verdana"/>
                        <a:cs typeface="Verdana"/>
                        <a:sym typeface="Verdana"/>
                      </a:endParaRPr>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r>
            </a:tbl>
          </a:graphicData>
        </a:graphic>
      </p:graphicFrame>
      <p:sp>
        <p:nvSpPr>
          <p:cNvPr id="636" name="Google Shape;636;p12"/>
          <p:cNvSpPr txBox="1"/>
          <p:nvPr>
            <p:ph idx="12" type="sldNum"/>
          </p:nvPr>
        </p:nvSpPr>
        <p:spPr>
          <a:xfrm>
            <a:off x="816864" y="6356350"/>
            <a:ext cx="26416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2"/>
              </a:buClr>
              <a:buSzPts val="1400"/>
              <a:buFont typeface="Gill Sans"/>
              <a:buNone/>
            </a:pPr>
            <a:fld id="{00000000-1234-1234-1234-123412341234}" type="slidenum">
              <a:rPr lang="en-US"/>
              <a:t>‹#›</a:t>
            </a:fld>
            <a:endParaRPr/>
          </a:p>
        </p:txBody>
      </p:sp>
      <p:sp>
        <p:nvSpPr>
          <p:cNvPr id="637" name="Google Shape;637;p12"/>
          <p:cNvSpPr txBox="1"/>
          <p:nvPr>
            <p:ph type="title"/>
          </p:nvPr>
        </p:nvSpPr>
        <p:spPr>
          <a:xfrm>
            <a:off x="1055440" y="228599"/>
            <a:ext cx="10526960" cy="921859"/>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2"/>
              </a:buClr>
              <a:buSzPts val="1800"/>
              <a:buNone/>
            </a:pPr>
            <a:r>
              <a:rPr lang="en-US"/>
              <a:t>Casos de uso – Ejemplo - Escenarios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p13"/>
          <p:cNvSpPr txBox="1"/>
          <p:nvPr>
            <p:ph idx="12" type="sldNum"/>
          </p:nvPr>
        </p:nvSpPr>
        <p:spPr>
          <a:xfrm>
            <a:off x="816864" y="6356350"/>
            <a:ext cx="26416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2"/>
              </a:buClr>
              <a:buSzPts val="1400"/>
              <a:buFont typeface="Gill Sans"/>
              <a:buNone/>
            </a:pPr>
            <a:fld id="{00000000-1234-1234-1234-123412341234}" type="slidenum">
              <a:rPr lang="en-US"/>
              <a:t>‹#›</a:t>
            </a:fld>
            <a:endParaRPr/>
          </a:p>
        </p:txBody>
      </p:sp>
      <p:graphicFrame>
        <p:nvGraphicFramePr>
          <p:cNvPr id="644" name="Google Shape;644;p13"/>
          <p:cNvGraphicFramePr/>
          <p:nvPr/>
        </p:nvGraphicFramePr>
        <p:xfrm>
          <a:off x="911424" y="1051707"/>
          <a:ext cx="3000000" cy="3000000"/>
        </p:xfrm>
        <a:graphic>
          <a:graphicData uri="http://schemas.openxmlformats.org/drawingml/2006/table">
            <a:tbl>
              <a:tblPr>
                <a:noFill/>
                <a:tableStyleId>{04758DC2-2E3A-4E79-85B8-3D089E123D0C}</a:tableStyleId>
              </a:tblPr>
              <a:tblGrid>
                <a:gridCol w="2933525"/>
                <a:gridCol w="3863200"/>
                <a:gridCol w="3644450"/>
              </a:tblGrid>
              <a:tr h="279425">
                <a:tc>
                  <a:txBody>
                    <a:bodyPr/>
                    <a:lstStyle/>
                    <a:p>
                      <a:pPr indent="0" lvl="0" marL="0" marR="0" rtl="0" algn="just">
                        <a:lnSpc>
                          <a:spcPct val="100000"/>
                        </a:lnSpc>
                        <a:spcBef>
                          <a:spcPts val="0"/>
                        </a:spcBef>
                        <a:spcAft>
                          <a:spcPts val="0"/>
                        </a:spcAft>
                        <a:buClr>
                          <a:srgbClr val="000000"/>
                        </a:buClr>
                        <a:buSzPts val="1200"/>
                        <a:buFont typeface="Arial"/>
                        <a:buNone/>
                      </a:pPr>
                      <a:r>
                        <a:rPr b="1" lang="en-US" sz="1200" u="none" cap="none" strike="noStrike">
                          <a:latin typeface="Verdana"/>
                          <a:ea typeface="Verdana"/>
                          <a:cs typeface="Verdana"/>
                          <a:sym typeface="Verdana"/>
                        </a:rPr>
                        <a:t>Nombre del caso de uso:</a:t>
                      </a:r>
                      <a:r>
                        <a:rPr lang="en-US" sz="1200" u="none" cap="none" strike="noStrike">
                          <a:latin typeface="Times New Roman"/>
                          <a:ea typeface="Times New Roman"/>
                          <a:cs typeface="Times New Roman"/>
                          <a:sym typeface="Times New Roman"/>
                        </a:rPr>
                        <a:t> </a:t>
                      </a:r>
                      <a:endParaRPr sz="1200" u="none" cap="none" strike="noStrike">
                        <a:latin typeface="Times New Roman"/>
                        <a:ea typeface="Times New Roman"/>
                        <a:cs typeface="Times New Roman"/>
                        <a:sym typeface="Times New Roman"/>
                      </a:endParaRPr>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gridSpan="2">
                  <a:txBody>
                    <a:bodyPr/>
                    <a:lstStyle/>
                    <a:p>
                      <a:pPr indent="0" lvl="0" marL="0" marR="0" rtl="0" algn="just">
                        <a:lnSpc>
                          <a:spcPct val="100000"/>
                        </a:lnSpc>
                        <a:spcBef>
                          <a:spcPts val="0"/>
                        </a:spcBef>
                        <a:spcAft>
                          <a:spcPts val="0"/>
                        </a:spcAft>
                        <a:buClr>
                          <a:srgbClr val="000000"/>
                        </a:buClr>
                        <a:buSzPts val="1200"/>
                        <a:buFont typeface="Arial"/>
                        <a:buNone/>
                      </a:pPr>
                      <a:r>
                        <a:rPr lang="en-US" sz="1200" u="none" cap="none" strike="noStrike">
                          <a:solidFill>
                            <a:schemeClr val="dk1"/>
                          </a:solidFill>
                          <a:latin typeface="Verdana"/>
                          <a:ea typeface="Verdana"/>
                          <a:cs typeface="Verdana"/>
                          <a:sym typeface="Verdana"/>
                        </a:rPr>
                        <a:t>Pagar con tarjeta</a:t>
                      </a:r>
                      <a:endParaRPr sz="1200" u="none" cap="none" strike="noStrike">
                        <a:solidFill>
                          <a:schemeClr val="dk1"/>
                        </a:solidFill>
                        <a:latin typeface="Verdana"/>
                        <a:ea typeface="Verdana"/>
                        <a:cs typeface="Verdana"/>
                        <a:sym typeface="Verdana"/>
                      </a:endParaRPr>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hMerge="1"/>
              </a:tr>
              <a:tr h="291875">
                <a:tc>
                  <a:txBody>
                    <a:bodyPr/>
                    <a:lstStyle/>
                    <a:p>
                      <a:pPr indent="0" lvl="0" marL="0" marR="0" rtl="0" algn="just">
                        <a:lnSpc>
                          <a:spcPct val="100000"/>
                        </a:lnSpc>
                        <a:spcBef>
                          <a:spcPts val="0"/>
                        </a:spcBef>
                        <a:spcAft>
                          <a:spcPts val="0"/>
                        </a:spcAft>
                        <a:buClr>
                          <a:srgbClr val="000000"/>
                        </a:buClr>
                        <a:buSzPts val="1200"/>
                        <a:buFont typeface="Arial"/>
                        <a:buNone/>
                      </a:pPr>
                      <a:r>
                        <a:rPr b="1" lang="en-US" sz="1200" u="none" cap="none" strike="noStrike">
                          <a:latin typeface="Verdana"/>
                          <a:ea typeface="Verdana"/>
                          <a:cs typeface="Verdana"/>
                          <a:sym typeface="Verdana"/>
                        </a:rPr>
                        <a:t>Descripción:</a:t>
                      </a:r>
                      <a:endParaRPr sz="1200" u="none" cap="none" strike="noStrike">
                        <a:solidFill>
                          <a:schemeClr val="dk1"/>
                        </a:solidFill>
                        <a:latin typeface="Verdana"/>
                        <a:ea typeface="Verdana"/>
                        <a:cs typeface="Verdana"/>
                        <a:sym typeface="Verdana"/>
                      </a:endParaRPr>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gridSpan="2">
                  <a:txBody>
                    <a:bodyPr/>
                    <a:lstStyle/>
                    <a:p>
                      <a:pPr indent="0" lvl="0" marL="0" marR="0" rtl="0" algn="just">
                        <a:lnSpc>
                          <a:spcPct val="100000"/>
                        </a:lnSpc>
                        <a:spcBef>
                          <a:spcPts val="0"/>
                        </a:spcBef>
                        <a:spcAft>
                          <a:spcPts val="0"/>
                        </a:spcAft>
                        <a:buClr>
                          <a:srgbClr val="000000"/>
                        </a:buClr>
                        <a:buSzPts val="1200"/>
                        <a:buFont typeface="Arial"/>
                        <a:buNone/>
                      </a:pPr>
                      <a:r>
                        <a:rPr lang="en-US" sz="1200" u="none" cap="none" strike="noStrike">
                          <a:solidFill>
                            <a:schemeClr val="dk1"/>
                          </a:solidFill>
                          <a:latin typeface="Verdana"/>
                          <a:ea typeface="Verdana"/>
                          <a:cs typeface="Verdana"/>
                          <a:sym typeface="Verdana"/>
                        </a:rPr>
                        <a:t>Este caso de uso describe el cobro de una película mediante una tarjeta.</a:t>
                      </a:r>
                      <a:endParaRPr sz="1200" u="none" cap="none" strike="noStrike">
                        <a:solidFill>
                          <a:schemeClr val="dk1"/>
                        </a:solidFill>
                        <a:latin typeface="Verdana"/>
                        <a:ea typeface="Verdana"/>
                        <a:cs typeface="Verdana"/>
                        <a:sym typeface="Verdana"/>
                      </a:endParaRPr>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hMerge="1"/>
              </a:tr>
              <a:tr h="279425">
                <a:tc>
                  <a:txBody>
                    <a:bodyPr/>
                    <a:lstStyle/>
                    <a:p>
                      <a:pPr indent="0" lvl="0" marL="0" marR="0" rtl="0" algn="just">
                        <a:lnSpc>
                          <a:spcPct val="100000"/>
                        </a:lnSpc>
                        <a:spcBef>
                          <a:spcPts val="0"/>
                        </a:spcBef>
                        <a:spcAft>
                          <a:spcPts val="0"/>
                        </a:spcAft>
                        <a:buClr>
                          <a:srgbClr val="000000"/>
                        </a:buClr>
                        <a:buSzPts val="1200"/>
                        <a:buFont typeface="Arial"/>
                        <a:buNone/>
                      </a:pPr>
                      <a:r>
                        <a:rPr b="1" lang="en-US" sz="1200" u="none" cap="none" strike="noStrike">
                          <a:latin typeface="Verdana"/>
                          <a:ea typeface="Verdana"/>
                          <a:cs typeface="Verdana"/>
                          <a:sym typeface="Verdana"/>
                        </a:rPr>
                        <a:t>Actores: </a:t>
                      </a:r>
                      <a:endParaRPr sz="1200" u="none" cap="none" strike="noStrike">
                        <a:latin typeface="Verdana"/>
                        <a:ea typeface="Verdana"/>
                        <a:cs typeface="Verdana"/>
                        <a:sym typeface="Verdana"/>
                      </a:endParaRPr>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gridSpan="2">
                  <a:txBody>
                    <a:bodyPr/>
                    <a:lstStyle/>
                    <a:p>
                      <a:pPr indent="0" lvl="0" marL="0" marR="0" rtl="0" algn="just">
                        <a:lnSpc>
                          <a:spcPct val="100000"/>
                        </a:lnSpc>
                        <a:spcBef>
                          <a:spcPts val="0"/>
                        </a:spcBef>
                        <a:spcAft>
                          <a:spcPts val="0"/>
                        </a:spcAft>
                        <a:buClr>
                          <a:srgbClr val="000000"/>
                        </a:buClr>
                        <a:buSzPts val="1200"/>
                        <a:buFont typeface="Arial"/>
                        <a:buNone/>
                      </a:pPr>
                      <a:r>
                        <a:rPr lang="en-US" sz="1200" u="none" cap="none" strike="noStrike">
                          <a:solidFill>
                            <a:schemeClr val="dk1"/>
                          </a:solidFill>
                          <a:latin typeface="Verdana"/>
                          <a:ea typeface="Verdana"/>
                          <a:cs typeface="Verdana"/>
                          <a:sym typeface="Verdana"/>
                        </a:rPr>
                        <a:t>Servidor externo, Usuario Registrado</a:t>
                      </a:r>
                      <a:endParaRPr sz="1200" u="none" cap="none" strike="noStrike">
                        <a:solidFill>
                          <a:schemeClr val="dk1"/>
                        </a:solidFill>
                        <a:latin typeface="Verdana"/>
                        <a:ea typeface="Verdana"/>
                        <a:cs typeface="Verdana"/>
                        <a:sym typeface="Verdana"/>
                      </a:endParaRPr>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hMerge="1"/>
              </a:tr>
              <a:tr h="279425">
                <a:tc>
                  <a:txBody>
                    <a:bodyPr/>
                    <a:lstStyle/>
                    <a:p>
                      <a:pPr indent="0" lvl="0" marL="0" marR="0" rtl="0" algn="just">
                        <a:lnSpc>
                          <a:spcPct val="100000"/>
                        </a:lnSpc>
                        <a:spcBef>
                          <a:spcPts val="0"/>
                        </a:spcBef>
                        <a:spcAft>
                          <a:spcPts val="0"/>
                        </a:spcAft>
                        <a:buClr>
                          <a:srgbClr val="000000"/>
                        </a:buClr>
                        <a:buSzPts val="1200"/>
                        <a:buFont typeface="Arial"/>
                        <a:buNone/>
                      </a:pPr>
                      <a:r>
                        <a:rPr b="1" lang="en-US" sz="1200" u="none" cap="none" strike="noStrike">
                          <a:latin typeface="Verdana"/>
                          <a:ea typeface="Verdana"/>
                          <a:cs typeface="Verdana"/>
                          <a:sym typeface="Verdana"/>
                        </a:rPr>
                        <a:t>Precondiciones:</a:t>
                      </a:r>
                      <a:r>
                        <a:rPr lang="en-US" sz="1200" u="none" cap="none" strike="noStrike">
                          <a:latin typeface="Times New Roman"/>
                          <a:ea typeface="Times New Roman"/>
                          <a:cs typeface="Times New Roman"/>
                          <a:sym typeface="Times New Roman"/>
                        </a:rPr>
                        <a:t> </a:t>
                      </a:r>
                      <a:endParaRPr sz="1200" u="none" cap="none" strike="noStrike">
                        <a:latin typeface="Verdana"/>
                        <a:ea typeface="Verdana"/>
                        <a:cs typeface="Verdana"/>
                        <a:sym typeface="Verdana"/>
                      </a:endParaRPr>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gridSpan="2">
                  <a:txBody>
                    <a:bodyPr/>
                    <a:lstStyle/>
                    <a:p>
                      <a:pPr indent="0" lvl="0" marL="0" marR="0" rtl="0" algn="just">
                        <a:lnSpc>
                          <a:spcPct val="100000"/>
                        </a:lnSpc>
                        <a:spcBef>
                          <a:spcPts val="0"/>
                        </a:spcBef>
                        <a:spcAft>
                          <a:spcPts val="0"/>
                        </a:spcAft>
                        <a:buClr>
                          <a:srgbClr val="000000"/>
                        </a:buClr>
                        <a:buSzPts val="1200"/>
                        <a:buFont typeface="Arial"/>
                        <a:buNone/>
                      </a:pPr>
                      <a:r>
                        <a:rPr lang="en-US" sz="1200" u="none" cap="none" strike="noStrike">
                          <a:solidFill>
                            <a:schemeClr val="dk1"/>
                          </a:solidFill>
                          <a:latin typeface="Verdana"/>
                          <a:ea typeface="Verdana"/>
                          <a:cs typeface="Verdana"/>
                          <a:sym typeface="Verdana"/>
                        </a:rPr>
                        <a:t>Se debe haber ejecutado el CU “Ver película”</a:t>
                      </a:r>
                      <a:endParaRPr sz="1400" u="none" cap="none" strike="noStrike"/>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hMerge="1"/>
              </a:tr>
              <a:tr h="279425">
                <a:tc rowSpan="2">
                  <a:txBody>
                    <a:bodyPr/>
                    <a:lstStyle/>
                    <a:p>
                      <a:pPr indent="-342900" lvl="0" marL="342900" marR="0" rtl="0" algn="just">
                        <a:lnSpc>
                          <a:spcPct val="100000"/>
                        </a:lnSpc>
                        <a:spcBef>
                          <a:spcPts val="0"/>
                        </a:spcBef>
                        <a:spcAft>
                          <a:spcPts val="0"/>
                        </a:spcAft>
                        <a:buClr>
                          <a:srgbClr val="000000"/>
                        </a:buClr>
                        <a:buSzPts val="1200"/>
                        <a:buFont typeface="Arial"/>
                        <a:buNone/>
                      </a:pPr>
                      <a:r>
                        <a:rPr b="1" lang="en-US" sz="1200" u="none" cap="none" strike="noStrike">
                          <a:latin typeface="Verdana"/>
                          <a:ea typeface="Verdana"/>
                          <a:cs typeface="Verdana"/>
                          <a:sym typeface="Verdana"/>
                        </a:rPr>
                        <a:t>Curso Normal:</a:t>
                      </a:r>
                      <a:endParaRPr sz="1200" u="none" cap="none" strike="noStrike">
                        <a:latin typeface="Times New Roman"/>
                        <a:ea typeface="Times New Roman"/>
                        <a:cs typeface="Times New Roman"/>
                        <a:sym typeface="Times New Roman"/>
                      </a:endParaRPr>
                    </a:p>
                    <a:p>
                      <a:pPr indent="-342900" lvl="0" marL="342900" marR="0" rtl="0" algn="just">
                        <a:lnSpc>
                          <a:spcPct val="100000"/>
                        </a:lnSpc>
                        <a:spcBef>
                          <a:spcPts val="600"/>
                        </a:spcBef>
                        <a:spcAft>
                          <a:spcPts val="0"/>
                        </a:spcAft>
                        <a:buClr>
                          <a:srgbClr val="000000"/>
                        </a:buClr>
                        <a:buSzPts val="1200"/>
                        <a:buFont typeface="Arial"/>
                        <a:buNone/>
                      </a:pPr>
                      <a:r>
                        <a:t/>
                      </a:r>
                      <a:endParaRPr sz="1200" u="none" cap="none" strike="noStrike">
                        <a:latin typeface="Verdana"/>
                        <a:ea typeface="Verdana"/>
                        <a:cs typeface="Verdana"/>
                        <a:sym typeface="Verdana"/>
                      </a:endParaRPr>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342900" lvl="0" marL="342900" marR="0" rtl="0" algn="ctr">
                        <a:lnSpc>
                          <a:spcPct val="100000"/>
                        </a:lnSpc>
                        <a:spcBef>
                          <a:spcPts val="0"/>
                        </a:spcBef>
                        <a:spcAft>
                          <a:spcPts val="0"/>
                        </a:spcAft>
                        <a:buClr>
                          <a:srgbClr val="000000"/>
                        </a:buClr>
                        <a:buSzPts val="1200"/>
                        <a:buFont typeface="Arial"/>
                        <a:buNone/>
                      </a:pPr>
                      <a:r>
                        <a:rPr b="1" lang="en-US" sz="1200" u="none" cap="none" strike="noStrike">
                          <a:latin typeface="Verdana"/>
                          <a:ea typeface="Verdana"/>
                          <a:cs typeface="Verdana"/>
                          <a:sym typeface="Verdana"/>
                        </a:rPr>
                        <a:t>Acción del Actor</a:t>
                      </a:r>
                      <a:endParaRPr b="1" sz="1200" u="none" cap="none" strike="noStrike">
                        <a:latin typeface="Verdana"/>
                        <a:ea typeface="Verdana"/>
                        <a:cs typeface="Verdana"/>
                        <a:sym typeface="Verdana"/>
                      </a:endParaRPr>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342900" lvl="0" marL="342900" marR="0" rtl="0" algn="ctr">
                        <a:lnSpc>
                          <a:spcPct val="100000"/>
                        </a:lnSpc>
                        <a:spcBef>
                          <a:spcPts val="0"/>
                        </a:spcBef>
                        <a:spcAft>
                          <a:spcPts val="0"/>
                        </a:spcAft>
                        <a:buClr>
                          <a:srgbClr val="000000"/>
                        </a:buClr>
                        <a:buSzPts val="1200"/>
                        <a:buFont typeface="Arial"/>
                        <a:buNone/>
                      </a:pPr>
                      <a:r>
                        <a:rPr b="1" lang="en-US" sz="1200" u="none" cap="none" strike="noStrike">
                          <a:latin typeface="Verdana"/>
                          <a:ea typeface="Verdana"/>
                          <a:cs typeface="Verdana"/>
                          <a:sym typeface="Verdana"/>
                        </a:rPr>
                        <a:t>Acciones del Sistema</a:t>
                      </a:r>
                      <a:endParaRPr b="1" sz="1200" u="none" cap="none" strike="noStrike">
                        <a:latin typeface="Verdana"/>
                        <a:ea typeface="Verdana"/>
                        <a:cs typeface="Verdana"/>
                        <a:sym typeface="Verdana"/>
                      </a:endParaRPr>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r>
              <a:tr h="2147225">
                <a:tc vMerge="1"/>
                <a:tc>
                  <a:txBody>
                    <a:bodyPr/>
                    <a:lstStyle/>
                    <a:p>
                      <a:pPr indent="-342900" lvl="0" marL="342900" marR="0" rtl="0" algn="l">
                        <a:lnSpc>
                          <a:spcPct val="100000"/>
                        </a:lnSpc>
                        <a:spcBef>
                          <a:spcPts val="0"/>
                        </a:spcBef>
                        <a:spcAft>
                          <a:spcPts val="0"/>
                        </a:spcAft>
                        <a:buClr>
                          <a:srgbClr val="000000"/>
                        </a:buClr>
                        <a:buSzPts val="1200"/>
                        <a:buFont typeface="Arial"/>
                        <a:buNone/>
                      </a:pPr>
                      <a:r>
                        <a:rPr b="1" lang="en-US" sz="1200" u="none" cap="none" strike="noStrike">
                          <a:latin typeface="Verdana"/>
                          <a:ea typeface="Verdana"/>
                          <a:cs typeface="Verdana"/>
                          <a:sym typeface="Verdana"/>
                        </a:rPr>
                        <a:t>Paso 2</a:t>
                      </a:r>
                      <a:r>
                        <a:rPr lang="en-US" sz="1200" u="none" cap="none" strike="noStrike">
                          <a:latin typeface="Verdana"/>
                          <a:ea typeface="Verdana"/>
                          <a:cs typeface="Verdana"/>
                          <a:sym typeface="Verdana"/>
                        </a:rPr>
                        <a:t>: el usuario registrado ingresa los datos.</a:t>
                      </a:r>
                      <a:endParaRPr sz="1400" u="none" cap="none" strike="noStrike"/>
                    </a:p>
                    <a:p>
                      <a:pPr indent="-342900" lvl="0" marL="342900" marR="0" rtl="0" algn="l">
                        <a:lnSpc>
                          <a:spcPct val="100000"/>
                        </a:lnSpc>
                        <a:spcBef>
                          <a:spcPts val="600"/>
                        </a:spcBef>
                        <a:spcAft>
                          <a:spcPts val="0"/>
                        </a:spcAft>
                        <a:buClr>
                          <a:srgbClr val="000000"/>
                        </a:buClr>
                        <a:buSzPts val="1200"/>
                        <a:buFont typeface="Arial"/>
                        <a:buNone/>
                      </a:pPr>
                      <a:r>
                        <a:rPr b="1" lang="en-US" sz="1200" u="none" cap="none" strike="noStrike">
                          <a:latin typeface="Verdana"/>
                          <a:ea typeface="Verdana"/>
                          <a:cs typeface="Verdana"/>
                          <a:sym typeface="Verdana"/>
                        </a:rPr>
                        <a:t>Paso 4</a:t>
                      </a:r>
                      <a:r>
                        <a:rPr lang="en-US" sz="1200" u="none" cap="none" strike="noStrike">
                          <a:latin typeface="Verdana"/>
                          <a:ea typeface="Verdana"/>
                          <a:cs typeface="Verdana"/>
                          <a:sym typeface="Verdana"/>
                        </a:rPr>
                        <a:t>: el servidor externo acepta la conexión y solicita número de tarjeta y código de seguridad</a:t>
                      </a:r>
                      <a:endParaRPr sz="1400" u="none" cap="none" strike="noStrike"/>
                    </a:p>
                    <a:p>
                      <a:pPr indent="-342900" lvl="0" marL="342900" marR="0" rtl="0" algn="l">
                        <a:lnSpc>
                          <a:spcPct val="100000"/>
                        </a:lnSpc>
                        <a:spcBef>
                          <a:spcPts val="600"/>
                        </a:spcBef>
                        <a:spcAft>
                          <a:spcPts val="0"/>
                        </a:spcAft>
                        <a:buClr>
                          <a:srgbClr val="000000"/>
                        </a:buClr>
                        <a:buSzPts val="1200"/>
                        <a:buFont typeface="Arial"/>
                        <a:buNone/>
                      </a:pPr>
                      <a:r>
                        <a:rPr b="1" lang="en-US" sz="1200" u="none" cap="none" strike="noStrike">
                          <a:latin typeface="Verdana"/>
                          <a:ea typeface="Verdana"/>
                          <a:cs typeface="Verdana"/>
                          <a:sym typeface="Verdana"/>
                        </a:rPr>
                        <a:t>Paso 6</a:t>
                      </a:r>
                      <a:r>
                        <a:rPr lang="en-US" sz="1200" u="none" cap="none" strike="noStrike">
                          <a:latin typeface="Verdana"/>
                          <a:ea typeface="Verdana"/>
                          <a:cs typeface="Verdana"/>
                          <a:sym typeface="Verdana"/>
                        </a:rPr>
                        <a:t>: el servidor externo valida los datos y fondos suficientes.</a:t>
                      </a:r>
                      <a:endParaRPr sz="1400" u="none" cap="none" strike="noStrike"/>
                    </a:p>
                    <a:p>
                      <a:pPr indent="-342900" lvl="0" marL="342900" marR="0" rtl="0" algn="l">
                        <a:lnSpc>
                          <a:spcPct val="100000"/>
                        </a:lnSpc>
                        <a:spcBef>
                          <a:spcPts val="600"/>
                        </a:spcBef>
                        <a:spcAft>
                          <a:spcPts val="0"/>
                        </a:spcAft>
                        <a:buClr>
                          <a:srgbClr val="000000"/>
                        </a:buClr>
                        <a:buSzPts val="1200"/>
                        <a:buFont typeface="Arial"/>
                        <a:buNone/>
                      </a:pPr>
                      <a:r>
                        <a:rPr b="1" lang="en-US" sz="1200" u="none" cap="none" strike="noStrike">
                          <a:latin typeface="Verdana"/>
                          <a:ea typeface="Verdana"/>
                          <a:cs typeface="Verdana"/>
                          <a:sym typeface="Verdana"/>
                        </a:rPr>
                        <a:t>Paso 7</a:t>
                      </a:r>
                      <a:r>
                        <a:rPr lang="en-US" sz="1200" u="none" cap="none" strike="noStrike">
                          <a:latin typeface="Verdana"/>
                          <a:ea typeface="Verdana"/>
                          <a:cs typeface="Verdana"/>
                          <a:sym typeface="Verdana"/>
                        </a:rPr>
                        <a:t>: el servidor externo retorna el resultado.</a:t>
                      </a:r>
                      <a:endParaRPr sz="1400" u="none" cap="none" strike="noStrike"/>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342900" lvl="0" marL="342900" marR="0" rtl="0" algn="l">
                        <a:lnSpc>
                          <a:spcPct val="100000"/>
                        </a:lnSpc>
                        <a:spcBef>
                          <a:spcPts val="0"/>
                        </a:spcBef>
                        <a:spcAft>
                          <a:spcPts val="0"/>
                        </a:spcAft>
                        <a:buClr>
                          <a:srgbClr val="000000"/>
                        </a:buClr>
                        <a:buSzPts val="1200"/>
                        <a:buFont typeface="Arial"/>
                        <a:buNone/>
                      </a:pPr>
                      <a:r>
                        <a:rPr b="1" lang="en-US" sz="1200" u="none" cap="none" strike="noStrike">
                          <a:latin typeface="Verdana"/>
                          <a:ea typeface="Verdana"/>
                          <a:cs typeface="Verdana"/>
                          <a:sym typeface="Verdana"/>
                        </a:rPr>
                        <a:t>Paso 1</a:t>
                      </a:r>
                      <a:r>
                        <a:rPr lang="en-US" sz="1200" u="none" cap="none" strike="noStrike">
                          <a:latin typeface="Verdana"/>
                          <a:ea typeface="Verdana"/>
                          <a:cs typeface="Verdana"/>
                          <a:sym typeface="Verdana"/>
                        </a:rPr>
                        <a:t>: el sistema solicita el número de tarjeta y código de seguridad</a:t>
                      </a:r>
                      <a:endParaRPr b="1" sz="1200" u="none" cap="none" strike="noStrike">
                        <a:latin typeface="Verdana"/>
                        <a:ea typeface="Verdana"/>
                        <a:cs typeface="Verdana"/>
                        <a:sym typeface="Verdana"/>
                      </a:endParaRPr>
                    </a:p>
                    <a:p>
                      <a:pPr indent="-342900" lvl="0" marL="342900" marR="0" rtl="0" algn="l">
                        <a:lnSpc>
                          <a:spcPct val="100000"/>
                        </a:lnSpc>
                        <a:spcBef>
                          <a:spcPts val="600"/>
                        </a:spcBef>
                        <a:spcAft>
                          <a:spcPts val="0"/>
                        </a:spcAft>
                        <a:buClr>
                          <a:srgbClr val="000000"/>
                        </a:buClr>
                        <a:buSzPts val="1200"/>
                        <a:buFont typeface="Arial"/>
                        <a:buNone/>
                      </a:pPr>
                      <a:r>
                        <a:rPr b="1" lang="en-US" sz="1200" u="none" cap="none" strike="noStrike">
                          <a:latin typeface="Verdana"/>
                          <a:ea typeface="Verdana"/>
                          <a:cs typeface="Verdana"/>
                          <a:sym typeface="Verdana"/>
                        </a:rPr>
                        <a:t>Paso 3</a:t>
                      </a:r>
                      <a:r>
                        <a:rPr lang="en-US" sz="1200" u="none" cap="none" strike="noStrike">
                          <a:latin typeface="Verdana"/>
                          <a:ea typeface="Verdana"/>
                          <a:cs typeface="Verdana"/>
                          <a:sym typeface="Verdana"/>
                        </a:rPr>
                        <a:t>: el sistema solicita conexión con el servidor externo.</a:t>
                      </a:r>
                      <a:endParaRPr b="1" sz="1200" u="none" cap="none" strike="noStrike">
                        <a:latin typeface="Verdana"/>
                        <a:ea typeface="Verdana"/>
                        <a:cs typeface="Verdana"/>
                        <a:sym typeface="Verdana"/>
                      </a:endParaRPr>
                    </a:p>
                    <a:p>
                      <a:pPr indent="-342900" lvl="0" marL="342900" marR="0" rtl="0" algn="l">
                        <a:lnSpc>
                          <a:spcPct val="100000"/>
                        </a:lnSpc>
                        <a:spcBef>
                          <a:spcPts val="600"/>
                        </a:spcBef>
                        <a:spcAft>
                          <a:spcPts val="0"/>
                        </a:spcAft>
                        <a:buClr>
                          <a:srgbClr val="000000"/>
                        </a:buClr>
                        <a:buSzPts val="1200"/>
                        <a:buFont typeface="Arial"/>
                        <a:buNone/>
                      </a:pPr>
                      <a:r>
                        <a:rPr b="1" lang="en-US" sz="1200" u="none" cap="none" strike="noStrike">
                          <a:latin typeface="Verdana"/>
                          <a:ea typeface="Verdana"/>
                          <a:cs typeface="Verdana"/>
                          <a:sym typeface="Verdana"/>
                        </a:rPr>
                        <a:t>Paso 5</a:t>
                      </a:r>
                      <a:r>
                        <a:rPr lang="en-US" sz="1200" u="none" cap="none" strike="noStrike">
                          <a:latin typeface="Verdana"/>
                          <a:ea typeface="Verdana"/>
                          <a:cs typeface="Verdana"/>
                          <a:sym typeface="Verdana"/>
                        </a:rPr>
                        <a:t>: el sistema envía los datos de la tarjeta al servidor externo.</a:t>
                      </a:r>
                      <a:endParaRPr sz="1400" u="none" cap="none" strike="noStrike"/>
                    </a:p>
                    <a:p>
                      <a:pPr indent="-342900" lvl="0" marL="342900" marR="0" rtl="0" algn="l">
                        <a:lnSpc>
                          <a:spcPct val="100000"/>
                        </a:lnSpc>
                        <a:spcBef>
                          <a:spcPts val="600"/>
                        </a:spcBef>
                        <a:spcAft>
                          <a:spcPts val="0"/>
                        </a:spcAft>
                        <a:buClr>
                          <a:srgbClr val="000000"/>
                        </a:buClr>
                        <a:buSzPts val="1200"/>
                        <a:buFont typeface="Arial"/>
                        <a:buNone/>
                      </a:pPr>
                      <a:r>
                        <a:rPr b="1" lang="en-US" sz="1200" u="none" cap="none" strike="noStrike">
                          <a:latin typeface="Verdana"/>
                          <a:ea typeface="Verdana"/>
                          <a:cs typeface="Verdana"/>
                          <a:sym typeface="Verdana"/>
                        </a:rPr>
                        <a:t>Paso 8: </a:t>
                      </a:r>
                      <a:r>
                        <a:rPr b="0" lang="en-US" sz="1200" u="none" cap="none" strike="noStrike">
                          <a:latin typeface="Verdana"/>
                          <a:ea typeface="Verdana"/>
                          <a:cs typeface="Verdana"/>
                          <a:sym typeface="Verdana"/>
                        </a:rPr>
                        <a:t>el sistema recibe que los datos de la tarjeta son correctos.</a:t>
                      </a:r>
                      <a:endParaRPr sz="1400" u="none" cap="none" strike="noStrike"/>
                    </a:p>
                    <a:p>
                      <a:pPr indent="-342900" lvl="0" marL="342900" marR="0" rtl="0" algn="l">
                        <a:lnSpc>
                          <a:spcPct val="100000"/>
                        </a:lnSpc>
                        <a:spcBef>
                          <a:spcPts val="600"/>
                        </a:spcBef>
                        <a:spcAft>
                          <a:spcPts val="0"/>
                        </a:spcAft>
                        <a:buClr>
                          <a:srgbClr val="000000"/>
                        </a:buClr>
                        <a:buSzPts val="1200"/>
                        <a:buFont typeface="Arial"/>
                        <a:buNone/>
                      </a:pPr>
                      <a:r>
                        <a:rPr b="1" lang="en-US" sz="1200" u="none" cap="none" strike="noStrike">
                          <a:latin typeface="Verdana"/>
                          <a:ea typeface="Verdana"/>
                          <a:cs typeface="Verdana"/>
                          <a:sym typeface="Verdana"/>
                        </a:rPr>
                        <a:t>Paso 9: </a:t>
                      </a:r>
                      <a:r>
                        <a:rPr b="0" lang="en-US" sz="1200" u="none" cap="none" strike="noStrike">
                          <a:latin typeface="Verdana"/>
                          <a:ea typeface="Verdana"/>
                          <a:cs typeface="Verdana"/>
                          <a:sym typeface="Verdana"/>
                        </a:rPr>
                        <a:t>el sistema recibe que los fondos son suficientes.</a:t>
                      </a:r>
                      <a:endParaRPr sz="1400" u="none" cap="none" strike="noStrike"/>
                    </a:p>
                    <a:p>
                      <a:pPr indent="-342900" lvl="0" marL="342900" marR="0" rtl="0" algn="l">
                        <a:lnSpc>
                          <a:spcPct val="100000"/>
                        </a:lnSpc>
                        <a:spcBef>
                          <a:spcPts val="600"/>
                        </a:spcBef>
                        <a:spcAft>
                          <a:spcPts val="0"/>
                        </a:spcAft>
                        <a:buClr>
                          <a:srgbClr val="000000"/>
                        </a:buClr>
                        <a:buSzPts val="1200"/>
                        <a:buFont typeface="Arial"/>
                        <a:buNone/>
                      </a:pPr>
                      <a:r>
                        <a:rPr b="1" lang="en-US" sz="1200" u="none" cap="none" strike="noStrike">
                          <a:latin typeface="Verdana"/>
                          <a:ea typeface="Verdana"/>
                          <a:cs typeface="Verdana"/>
                          <a:sym typeface="Verdana"/>
                        </a:rPr>
                        <a:t>Paso 10: </a:t>
                      </a:r>
                      <a:r>
                        <a:rPr b="0" lang="en-US" sz="1200" u="none" cap="none" strike="noStrike">
                          <a:latin typeface="Verdana"/>
                          <a:ea typeface="Verdana"/>
                          <a:cs typeface="Verdana"/>
                          <a:sym typeface="Verdana"/>
                        </a:rPr>
                        <a:t>el sistema registra el pago y cierra la conexión con el servidor externo</a:t>
                      </a:r>
                      <a:endParaRPr b="1" sz="1200" u="none" cap="none" strike="noStrike">
                        <a:latin typeface="Verdana"/>
                        <a:ea typeface="Verdana"/>
                        <a:cs typeface="Verdana"/>
                        <a:sym typeface="Verdana"/>
                      </a:endParaRPr>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r>
              <a:tr h="1250100">
                <a:tc>
                  <a:txBody>
                    <a:bodyPr/>
                    <a:lstStyle/>
                    <a:p>
                      <a:pPr indent="-342900" lvl="0" marL="342900" marR="0" rtl="0" algn="just">
                        <a:lnSpc>
                          <a:spcPct val="100000"/>
                        </a:lnSpc>
                        <a:spcBef>
                          <a:spcPts val="0"/>
                        </a:spcBef>
                        <a:spcAft>
                          <a:spcPts val="0"/>
                        </a:spcAft>
                        <a:buClr>
                          <a:srgbClr val="000000"/>
                        </a:buClr>
                        <a:buSzPts val="1200"/>
                        <a:buFont typeface="Arial"/>
                        <a:buNone/>
                      </a:pPr>
                      <a:r>
                        <a:rPr b="1" lang="en-US" sz="1200" u="none" cap="none" strike="noStrike">
                          <a:solidFill>
                            <a:schemeClr val="dk1"/>
                          </a:solidFill>
                          <a:latin typeface="Verdana"/>
                          <a:ea typeface="Verdana"/>
                          <a:cs typeface="Verdana"/>
                          <a:sym typeface="Verdana"/>
                        </a:rPr>
                        <a:t>Curso Alterno:</a:t>
                      </a:r>
                      <a:endParaRPr b="1" sz="1200" u="none" cap="none" strike="noStrike">
                        <a:solidFill>
                          <a:schemeClr val="dk1"/>
                        </a:solidFill>
                        <a:latin typeface="Verdana"/>
                        <a:ea typeface="Verdana"/>
                        <a:cs typeface="Verdana"/>
                        <a:sym typeface="Verdana"/>
                      </a:endParaRPr>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gridSpan="2">
                  <a:txBody>
                    <a:bodyPr/>
                    <a:lstStyle/>
                    <a:p>
                      <a:pPr indent="-342900" lvl="0" marL="342900" marR="0" rtl="0" algn="just">
                        <a:lnSpc>
                          <a:spcPct val="100000"/>
                        </a:lnSpc>
                        <a:spcBef>
                          <a:spcPts val="0"/>
                        </a:spcBef>
                        <a:spcAft>
                          <a:spcPts val="0"/>
                        </a:spcAft>
                        <a:buClr>
                          <a:srgbClr val="000000"/>
                        </a:buClr>
                        <a:buSzPts val="1200"/>
                        <a:buFont typeface="Arial"/>
                        <a:buNone/>
                      </a:pPr>
                      <a:r>
                        <a:rPr b="1" lang="en-US" sz="1200" u="none" cap="none" strike="noStrike">
                          <a:latin typeface="Verdana"/>
                          <a:ea typeface="Verdana"/>
                          <a:cs typeface="Verdana"/>
                          <a:sym typeface="Verdana"/>
                        </a:rPr>
                        <a:t>Paso alternativo 3</a:t>
                      </a:r>
                      <a:r>
                        <a:rPr lang="en-US" sz="1200" u="none" cap="none" strike="noStrike">
                          <a:latin typeface="Verdana"/>
                          <a:ea typeface="Verdana"/>
                          <a:cs typeface="Verdana"/>
                          <a:sym typeface="Verdana"/>
                        </a:rPr>
                        <a:t>: Falla la conexión con el servidor externo. Se informa el error. Fin de CU.</a:t>
                      </a:r>
                      <a:endParaRPr sz="1400" u="none" cap="none" strike="noStrike"/>
                    </a:p>
                    <a:p>
                      <a:pPr indent="-342900" lvl="0" marL="342900" marR="0" rtl="0" algn="just">
                        <a:lnSpc>
                          <a:spcPct val="100000"/>
                        </a:lnSpc>
                        <a:spcBef>
                          <a:spcPts val="600"/>
                        </a:spcBef>
                        <a:spcAft>
                          <a:spcPts val="0"/>
                        </a:spcAft>
                        <a:buClr>
                          <a:srgbClr val="000000"/>
                        </a:buClr>
                        <a:buSzPts val="1200"/>
                        <a:buFont typeface="Arial"/>
                        <a:buNone/>
                      </a:pPr>
                      <a:r>
                        <a:rPr b="1" lang="en-US" sz="1200" u="none" cap="none" strike="noStrike">
                          <a:latin typeface="Verdana"/>
                          <a:ea typeface="Verdana"/>
                          <a:cs typeface="Verdana"/>
                          <a:sym typeface="Verdana"/>
                        </a:rPr>
                        <a:t>Paso alternativo 8</a:t>
                      </a:r>
                      <a:r>
                        <a:rPr lang="en-US" sz="1200" u="none" cap="none" strike="noStrike">
                          <a:latin typeface="Verdana"/>
                          <a:ea typeface="Verdana"/>
                          <a:cs typeface="Verdana"/>
                          <a:sym typeface="Verdana"/>
                        </a:rPr>
                        <a:t>: La validación de datos es incorrecta. Se informa error en los datos de la tarjeta. Fin de CU.</a:t>
                      </a:r>
                      <a:endParaRPr sz="1400" u="none" cap="none" strike="noStrike"/>
                    </a:p>
                    <a:p>
                      <a:pPr indent="-342900" lvl="0" marL="342900" marR="0" rtl="0" algn="just">
                        <a:lnSpc>
                          <a:spcPct val="100000"/>
                        </a:lnSpc>
                        <a:spcBef>
                          <a:spcPts val="600"/>
                        </a:spcBef>
                        <a:spcAft>
                          <a:spcPts val="0"/>
                        </a:spcAft>
                        <a:buClr>
                          <a:srgbClr val="000000"/>
                        </a:buClr>
                        <a:buSzPts val="1200"/>
                        <a:buFont typeface="Arial"/>
                        <a:buNone/>
                      </a:pPr>
                      <a:r>
                        <a:rPr b="1" lang="en-US" sz="1200" u="none" cap="none" strike="noStrike">
                          <a:latin typeface="Verdana"/>
                          <a:ea typeface="Verdana"/>
                          <a:cs typeface="Verdana"/>
                          <a:sym typeface="Verdana"/>
                        </a:rPr>
                        <a:t>Paso alternativo 9</a:t>
                      </a:r>
                      <a:r>
                        <a:rPr lang="en-US" sz="1200" u="none" cap="none" strike="noStrike">
                          <a:latin typeface="Verdana"/>
                          <a:ea typeface="Verdana"/>
                          <a:cs typeface="Verdana"/>
                          <a:sym typeface="Verdana"/>
                        </a:rPr>
                        <a:t>: Fondos insuficientes. Se informa fondos insuficientes. Fin de CU.</a:t>
                      </a:r>
                      <a:endParaRPr sz="1200" u="none" cap="none" strike="noStrike">
                        <a:latin typeface="Verdana"/>
                        <a:ea typeface="Verdana"/>
                        <a:cs typeface="Verdana"/>
                        <a:sym typeface="Verdana"/>
                      </a:endParaRPr>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hMerge="1"/>
              </a:tr>
              <a:tr h="450200">
                <a:tc>
                  <a:txBody>
                    <a:bodyPr/>
                    <a:lstStyle/>
                    <a:p>
                      <a:pPr indent="-342900" lvl="0" marL="342900" marR="0" rtl="0" algn="just">
                        <a:lnSpc>
                          <a:spcPct val="100000"/>
                        </a:lnSpc>
                        <a:spcBef>
                          <a:spcPts val="0"/>
                        </a:spcBef>
                        <a:spcAft>
                          <a:spcPts val="0"/>
                        </a:spcAft>
                        <a:buClr>
                          <a:srgbClr val="000000"/>
                        </a:buClr>
                        <a:buSzPts val="1200"/>
                        <a:buFont typeface="Arial"/>
                        <a:buNone/>
                      </a:pPr>
                      <a:r>
                        <a:rPr b="1" lang="en-US" sz="1200" u="none" cap="none" strike="noStrike">
                          <a:solidFill>
                            <a:schemeClr val="dk1"/>
                          </a:solidFill>
                          <a:latin typeface="Verdana"/>
                          <a:ea typeface="Verdana"/>
                          <a:cs typeface="Verdana"/>
                          <a:sym typeface="Verdana"/>
                        </a:rPr>
                        <a:t>Postcondición:</a:t>
                      </a:r>
                      <a:endParaRPr b="1" sz="1200" u="none" cap="none" strike="noStrike">
                        <a:solidFill>
                          <a:schemeClr val="dk1"/>
                        </a:solidFill>
                        <a:latin typeface="Verdana"/>
                        <a:ea typeface="Verdana"/>
                        <a:cs typeface="Verdana"/>
                        <a:sym typeface="Verdana"/>
                      </a:endParaRPr>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gridSpan="2">
                  <a:txBody>
                    <a:bodyPr/>
                    <a:lstStyle/>
                    <a:p>
                      <a:pPr indent="0" lvl="0" marL="0" marR="0" rtl="0" algn="just">
                        <a:lnSpc>
                          <a:spcPct val="100000"/>
                        </a:lnSpc>
                        <a:spcBef>
                          <a:spcPts val="0"/>
                        </a:spcBef>
                        <a:spcAft>
                          <a:spcPts val="0"/>
                        </a:spcAft>
                        <a:buClr>
                          <a:srgbClr val="000000"/>
                        </a:buClr>
                        <a:buSzPts val="1200"/>
                        <a:buFont typeface="Arial"/>
                        <a:buNone/>
                      </a:pPr>
                      <a:r>
                        <a:rPr lang="en-US" sz="1200" u="none" cap="none" strike="noStrike">
                          <a:latin typeface="Verdana"/>
                          <a:ea typeface="Verdana"/>
                          <a:cs typeface="Verdana"/>
                          <a:sym typeface="Verdana"/>
                        </a:rPr>
                        <a:t>Se efectuó y registró el pago a través de tarjeta</a:t>
                      </a:r>
                      <a:endParaRPr sz="1200" u="none" cap="none" strike="noStrike">
                        <a:latin typeface="Verdana"/>
                        <a:ea typeface="Verdana"/>
                        <a:cs typeface="Verdana"/>
                        <a:sym typeface="Verdana"/>
                      </a:endParaRPr>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hMerge="1"/>
              </a:tr>
            </a:tbl>
          </a:graphicData>
        </a:graphic>
      </p:graphicFrame>
      <p:sp>
        <p:nvSpPr>
          <p:cNvPr id="645" name="Google Shape;645;p13"/>
          <p:cNvSpPr txBox="1"/>
          <p:nvPr>
            <p:ph type="title"/>
          </p:nvPr>
        </p:nvSpPr>
        <p:spPr>
          <a:xfrm>
            <a:off x="1055440" y="228600"/>
            <a:ext cx="10526960" cy="731842"/>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2"/>
              </a:buClr>
              <a:buSzPts val="1800"/>
              <a:buNone/>
            </a:pPr>
            <a:r>
              <a:rPr lang="en-US"/>
              <a:t>Casos de uso – Ejemplo - Escenarios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sp>
        <p:nvSpPr>
          <p:cNvPr id="651" name="Google Shape;651;p14"/>
          <p:cNvSpPr txBox="1"/>
          <p:nvPr>
            <p:ph idx="12" type="sldNum"/>
          </p:nvPr>
        </p:nvSpPr>
        <p:spPr>
          <a:xfrm>
            <a:off x="816864" y="6356350"/>
            <a:ext cx="26416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2"/>
              </a:buClr>
              <a:buSzPts val="1400"/>
              <a:buFont typeface="Gill Sans"/>
              <a:buNone/>
            </a:pPr>
            <a:fld id="{00000000-1234-1234-1234-123412341234}" type="slidenum">
              <a:rPr lang="en-US"/>
              <a:t>‹#›</a:t>
            </a:fld>
            <a:endParaRPr/>
          </a:p>
        </p:txBody>
      </p:sp>
      <p:graphicFrame>
        <p:nvGraphicFramePr>
          <p:cNvPr id="652" name="Google Shape;652;p14"/>
          <p:cNvGraphicFramePr/>
          <p:nvPr/>
        </p:nvGraphicFramePr>
        <p:xfrm>
          <a:off x="911424" y="1242505"/>
          <a:ext cx="3000000" cy="3000000"/>
        </p:xfrm>
        <a:graphic>
          <a:graphicData uri="http://schemas.openxmlformats.org/drawingml/2006/table">
            <a:tbl>
              <a:tblPr>
                <a:noFill/>
                <a:tableStyleId>{04758DC2-2E3A-4E79-85B8-3D089E123D0C}</a:tableStyleId>
              </a:tblPr>
              <a:tblGrid>
                <a:gridCol w="3174500"/>
                <a:gridCol w="3948975"/>
                <a:gridCol w="3605700"/>
              </a:tblGrid>
              <a:tr h="301150">
                <a:tc>
                  <a:txBody>
                    <a:bodyPr/>
                    <a:lstStyle/>
                    <a:p>
                      <a:pPr indent="0" lvl="0" marL="0" marR="0" rtl="0" algn="just">
                        <a:lnSpc>
                          <a:spcPct val="100000"/>
                        </a:lnSpc>
                        <a:spcBef>
                          <a:spcPts val="0"/>
                        </a:spcBef>
                        <a:spcAft>
                          <a:spcPts val="0"/>
                        </a:spcAft>
                        <a:buClr>
                          <a:srgbClr val="000000"/>
                        </a:buClr>
                        <a:buSzPts val="1400"/>
                        <a:buFont typeface="Arial"/>
                        <a:buNone/>
                      </a:pPr>
                      <a:r>
                        <a:rPr b="1" lang="en-US" sz="1400" u="none" cap="none" strike="noStrike">
                          <a:latin typeface="Verdana"/>
                          <a:ea typeface="Verdana"/>
                          <a:cs typeface="Verdana"/>
                          <a:sym typeface="Verdana"/>
                        </a:rPr>
                        <a:t>Nombre del caso de uso:</a:t>
                      </a:r>
                      <a:r>
                        <a:rPr lang="en-US" sz="1400" u="none" cap="none" strike="noStrike">
                          <a:latin typeface="Times New Roman"/>
                          <a:ea typeface="Times New Roman"/>
                          <a:cs typeface="Times New Roman"/>
                          <a:sym typeface="Times New Roman"/>
                        </a:rPr>
                        <a:t> </a:t>
                      </a:r>
                      <a:endParaRPr sz="1400" u="none" cap="none" strike="noStrike">
                        <a:latin typeface="Times New Roman"/>
                        <a:ea typeface="Times New Roman"/>
                        <a:cs typeface="Times New Roman"/>
                        <a:sym typeface="Times New Roman"/>
                      </a:endParaRPr>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gridSpan="2">
                  <a:txBody>
                    <a:bodyPr/>
                    <a:lstStyle/>
                    <a:p>
                      <a:pPr indent="0" lvl="0" marL="0" marR="0" rtl="0" algn="just">
                        <a:lnSpc>
                          <a:spcPct val="100000"/>
                        </a:lnSpc>
                        <a:spcBef>
                          <a:spcPts val="0"/>
                        </a:spcBef>
                        <a:spcAft>
                          <a:spcPts val="0"/>
                        </a:spcAft>
                        <a:buClr>
                          <a:srgbClr val="000000"/>
                        </a:buClr>
                        <a:buSzPts val="1400"/>
                        <a:buFont typeface="Arial"/>
                        <a:buNone/>
                      </a:pPr>
                      <a:r>
                        <a:rPr lang="en-US" sz="1400" u="none" cap="none" strike="noStrike">
                          <a:solidFill>
                            <a:schemeClr val="dk1"/>
                          </a:solidFill>
                          <a:latin typeface="Verdana"/>
                          <a:ea typeface="Verdana"/>
                          <a:cs typeface="Verdana"/>
                          <a:sym typeface="Verdana"/>
                        </a:rPr>
                        <a:t>Registrar usuario</a:t>
                      </a:r>
                      <a:endParaRPr sz="1400" u="none" cap="none" strike="noStrike">
                        <a:solidFill>
                          <a:schemeClr val="dk1"/>
                        </a:solidFill>
                        <a:latin typeface="Verdana"/>
                        <a:ea typeface="Verdana"/>
                        <a:cs typeface="Verdana"/>
                        <a:sym typeface="Verdana"/>
                      </a:endParaRPr>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hMerge="1"/>
              </a:tr>
              <a:tr h="513725">
                <a:tc>
                  <a:txBody>
                    <a:bodyPr/>
                    <a:lstStyle/>
                    <a:p>
                      <a:pPr indent="0" lvl="0" marL="0" marR="0" rtl="0" algn="just">
                        <a:lnSpc>
                          <a:spcPct val="100000"/>
                        </a:lnSpc>
                        <a:spcBef>
                          <a:spcPts val="0"/>
                        </a:spcBef>
                        <a:spcAft>
                          <a:spcPts val="0"/>
                        </a:spcAft>
                        <a:buClr>
                          <a:srgbClr val="000000"/>
                        </a:buClr>
                        <a:buSzPts val="1400"/>
                        <a:buFont typeface="Arial"/>
                        <a:buNone/>
                      </a:pPr>
                      <a:r>
                        <a:rPr b="1" lang="en-US" sz="1400" u="none" cap="none" strike="noStrike">
                          <a:latin typeface="Verdana"/>
                          <a:ea typeface="Verdana"/>
                          <a:cs typeface="Verdana"/>
                          <a:sym typeface="Verdana"/>
                        </a:rPr>
                        <a:t>Descripción:</a:t>
                      </a:r>
                      <a:endParaRPr sz="1400" u="none" cap="none" strike="noStrike">
                        <a:solidFill>
                          <a:schemeClr val="dk1"/>
                        </a:solidFill>
                        <a:latin typeface="Verdana"/>
                        <a:ea typeface="Verdana"/>
                        <a:cs typeface="Verdana"/>
                        <a:sym typeface="Verdana"/>
                      </a:endParaRPr>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gridSpan="2">
                  <a:txBody>
                    <a:bodyPr/>
                    <a:lstStyle/>
                    <a:p>
                      <a:pPr indent="0" lvl="0" marL="0" marR="0" rtl="0" algn="just">
                        <a:lnSpc>
                          <a:spcPct val="100000"/>
                        </a:lnSpc>
                        <a:spcBef>
                          <a:spcPts val="0"/>
                        </a:spcBef>
                        <a:spcAft>
                          <a:spcPts val="0"/>
                        </a:spcAft>
                        <a:buClr>
                          <a:srgbClr val="000000"/>
                        </a:buClr>
                        <a:buSzPts val="1400"/>
                        <a:buFont typeface="Arial"/>
                        <a:buNone/>
                      </a:pPr>
                      <a:r>
                        <a:rPr lang="en-US" sz="1400" u="none" cap="none" strike="noStrike">
                          <a:solidFill>
                            <a:schemeClr val="dk1"/>
                          </a:solidFill>
                          <a:latin typeface="Verdana"/>
                          <a:ea typeface="Verdana"/>
                          <a:cs typeface="Verdana"/>
                          <a:sym typeface="Verdana"/>
                        </a:rPr>
                        <a:t>Este caso de uso describe el evento en el que un usuario no registrado se registra en el sistema.</a:t>
                      </a:r>
                      <a:endParaRPr sz="1400" u="none" cap="none" strike="noStrike">
                        <a:solidFill>
                          <a:schemeClr val="dk1"/>
                        </a:solidFill>
                        <a:latin typeface="Verdana"/>
                        <a:ea typeface="Verdana"/>
                        <a:cs typeface="Verdana"/>
                        <a:sym typeface="Verdana"/>
                      </a:endParaRPr>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hMerge="1"/>
              </a:tr>
              <a:tr h="407600">
                <a:tc>
                  <a:txBody>
                    <a:bodyPr/>
                    <a:lstStyle/>
                    <a:p>
                      <a:pPr indent="0" lvl="0" marL="0" marR="0" rtl="0" algn="just">
                        <a:lnSpc>
                          <a:spcPct val="100000"/>
                        </a:lnSpc>
                        <a:spcBef>
                          <a:spcPts val="0"/>
                        </a:spcBef>
                        <a:spcAft>
                          <a:spcPts val="0"/>
                        </a:spcAft>
                        <a:buClr>
                          <a:srgbClr val="000000"/>
                        </a:buClr>
                        <a:buSzPts val="1400"/>
                        <a:buFont typeface="Arial"/>
                        <a:buNone/>
                      </a:pPr>
                      <a:r>
                        <a:rPr b="1" lang="en-US" sz="1400" u="none" cap="none" strike="noStrike">
                          <a:latin typeface="Verdana"/>
                          <a:ea typeface="Verdana"/>
                          <a:cs typeface="Verdana"/>
                          <a:sym typeface="Verdana"/>
                        </a:rPr>
                        <a:t>Actores: </a:t>
                      </a:r>
                      <a:endParaRPr sz="1400" u="none" cap="none" strike="noStrike">
                        <a:latin typeface="Verdana"/>
                        <a:ea typeface="Verdana"/>
                        <a:cs typeface="Verdana"/>
                        <a:sym typeface="Verdana"/>
                      </a:endParaRPr>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gridSpan="2">
                  <a:txBody>
                    <a:bodyPr/>
                    <a:lstStyle/>
                    <a:p>
                      <a:pPr indent="0" lvl="0" marL="0" marR="0" rtl="0" algn="just">
                        <a:lnSpc>
                          <a:spcPct val="100000"/>
                        </a:lnSpc>
                        <a:spcBef>
                          <a:spcPts val="0"/>
                        </a:spcBef>
                        <a:spcAft>
                          <a:spcPts val="0"/>
                        </a:spcAft>
                        <a:buClr>
                          <a:srgbClr val="000000"/>
                        </a:buClr>
                        <a:buSzPts val="1400"/>
                        <a:buFont typeface="Arial"/>
                        <a:buNone/>
                      </a:pPr>
                      <a:r>
                        <a:rPr lang="en-US" sz="1400" u="none" cap="none" strike="noStrike">
                          <a:solidFill>
                            <a:schemeClr val="dk1"/>
                          </a:solidFill>
                          <a:latin typeface="Verdana"/>
                          <a:ea typeface="Verdana"/>
                          <a:cs typeface="Verdana"/>
                          <a:sym typeface="Verdana"/>
                        </a:rPr>
                        <a:t>Usuario No registrado</a:t>
                      </a:r>
                      <a:endParaRPr sz="1400" u="none" cap="none" strike="noStrike">
                        <a:solidFill>
                          <a:schemeClr val="dk1"/>
                        </a:solidFill>
                        <a:latin typeface="Verdana"/>
                        <a:ea typeface="Verdana"/>
                        <a:cs typeface="Verdana"/>
                        <a:sym typeface="Verdana"/>
                      </a:endParaRPr>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hMerge="1"/>
              </a:tr>
              <a:tr h="407600">
                <a:tc>
                  <a:txBody>
                    <a:bodyPr/>
                    <a:lstStyle/>
                    <a:p>
                      <a:pPr indent="0" lvl="0" marL="0" marR="0" rtl="0" algn="just">
                        <a:lnSpc>
                          <a:spcPct val="100000"/>
                        </a:lnSpc>
                        <a:spcBef>
                          <a:spcPts val="0"/>
                        </a:spcBef>
                        <a:spcAft>
                          <a:spcPts val="0"/>
                        </a:spcAft>
                        <a:buClr>
                          <a:srgbClr val="000000"/>
                        </a:buClr>
                        <a:buSzPts val="1400"/>
                        <a:buFont typeface="Arial"/>
                        <a:buNone/>
                      </a:pPr>
                      <a:r>
                        <a:rPr b="1" lang="en-US" sz="1400" u="none" cap="none" strike="noStrike">
                          <a:latin typeface="Verdana"/>
                          <a:ea typeface="Verdana"/>
                          <a:cs typeface="Verdana"/>
                          <a:sym typeface="Verdana"/>
                        </a:rPr>
                        <a:t>Precondiciones:</a:t>
                      </a:r>
                      <a:r>
                        <a:rPr lang="en-US" sz="1400" u="none" cap="none" strike="noStrike">
                          <a:latin typeface="Times New Roman"/>
                          <a:ea typeface="Times New Roman"/>
                          <a:cs typeface="Times New Roman"/>
                          <a:sym typeface="Times New Roman"/>
                        </a:rPr>
                        <a:t> </a:t>
                      </a:r>
                      <a:endParaRPr sz="1400" u="none" cap="none" strike="noStrike">
                        <a:latin typeface="Verdana"/>
                        <a:ea typeface="Verdana"/>
                        <a:cs typeface="Verdana"/>
                        <a:sym typeface="Verdana"/>
                      </a:endParaRPr>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gridSpan="2">
                  <a:txBody>
                    <a:bodyPr/>
                    <a:lstStyle/>
                    <a:p>
                      <a:pPr indent="0" lvl="0" marL="0" marR="0" rtl="0" algn="just">
                        <a:lnSpc>
                          <a:spcPct val="100000"/>
                        </a:lnSpc>
                        <a:spcBef>
                          <a:spcPts val="0"/>
                        </a:spcBef>
                        <a:spcAft>
                          <a:spcPts val="0"/>
                        </a:spcAft>
                        <a:buClr>
                          <a:srgbClr val="000000"/>
                        </a:buClr>
                        <a:buSzPts val="1400"/>
                        <a:buFont typeface="Arial"/>
                        <a:buNone/>
                      </a:pPr>
                      <a:r>
                        <a:rPr lang="en-US" sz="1400" u="none" cap="none" strike="noStrike">
                          <a:solidFill>
                            <a:schemeClr val="dk1"/>
                          </a:solidFill>
                          <a:latin typeface="Verdana"/>
                          <a:ea typeface="Verdana"/>
                          <a:cs typeface="Verdana"/>
                          <a:sym typeface="Verdana"/>
                        </a:rPr>
                        <a:t>---</a:t>
                      </a:r>
                      <a:endParaRPr sz="1400" u="none" cap="none" strike="noStrike">
                        <a:solidFill>
                          <a:schemeClr val="dk1"/>
                        </a:solidFill>
                        <a:latin typeface="Verdana"/>
                        <a:ea typeface="Verdana"/>
                        <a:cs typeface="Verdana"/>
                        <a:sym typeface="Verdana"/>
                      </a:endParaRPr>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hMerge="1"/>
              </a:tr>
              <a:tr h="301150">
                <a:tc rowSpan="2">
                  <a:txBody>
                    <a:bodyPr/>
                    <a:lstStyle/>
                    <a:p>
                      <a:pPr indent="-342900" lvl="0" marL="342900" marR="0" rtl="0" algn="just">
                        <a:lnSpc>
                          <a:spcPct val="100000"/>
                        </a:lnSpc>
                        <a:spcBef>
                          <a:spcPts val="0"/>
                        </a:spcBef>
                        <a:spcAft>
                          <a:spcPts val="0"/>
                        </a:spcAft>
                        <a:buClr>
                          <a:srgbClr val="000000"/>
                        </a:buClr>
                        <a:buSzPts val="1400"/>
                        <a:buFont typeface="Arial"/>
                        <a:buNone/>
                      </a:pPr>
                      <a:r>
                        <a:rPr b="1" lang="en-US" sz="1400" u="none" cap="none" strike="noStrike">
                          <a:latin typeface="Verdana"/>
                          <a:ea typeface="Verdana"/>
                          <a:cs typeface="Verdana"/>
                          <a:sym typeface="Verdana"/>
                        </a:rPr>
                        <a:t>Curso Normal:</a:t>
                      </a:r>
                      <a:endParaRPr sz="1400" u="none" cap="none" strike="noStrike">
                        <a:latin typeface="Times New Roman"/>
                        <a:ea typeface="Times New Roman"/>
                        <a:cs typeface="Times New Roman"/>
                        <a:sym typeface="Times New Roman"/>
                      </a:endParaRPr>
                    </a:p>
                    <a:p>
                      <a:pPr indent="-342900" lvl="0" marL="342900" marR="0" rtl="0" algn="just">
                        <a:lnSpc>
                          <a:spcPct val="100000"/>
                        </a:lnSpc>
                        <a:spcBef>
                          <a:spcPts val="600"/>
                        </a:spcBef>
                        <a:spcAft>
                          <a:spcPts val="0"/>
                        </a:spcAft>
                        <a:buClr>
                          <a:srgbClr val="000000"/>
                        </a:buClr>
                        <a:buSzPts val="1400"/>
                        <a:buFont typeface="Arial"/>
                        <a:buNone/>
                      </a:pPr>
                      <a:r>
                        <a:t/>
                      </a:r>
                      <a:endParaRPr sz="1400" u="none" cap="none" strike="noStrike">
                        <a:latin typeface="Verdana"/>
                        <a:ea typeface="Verdana"/>
                        <a:cs typeface="Verdana"/>
                        <a:sym typeface="Verdana"/>
                      </a:endParaRPr>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342900" lvl="0" marL="342900" marR="0" rtl="0" algn="ctr">
                        <a:lnSpc>
                          <a:spcPct val="100000"/>
                        </a:lnSpc>
                        <a:spcBef>
                          <a:spcPts val="0"/>
                        </a:spcBef>
                        <a:spcAft>
                          <a:spcPts val="0"/>
                        </a:spcAft>
                        <a:buClr>
                          <a:srgbClr val="000000"/>
                        </a:buClr>
                        <a:buSzPts val="1400"/>
                        <a:buFont typeface="Arial"/>
                        <a:buNone/>
                      </a:pPr>
                      <a:r>
                        <a:rPr b="1" lang="en-US" sz="1400" u="none" cap="none" strike="noStrike">
                          <a:latin typeface="Verdana"/>
                          <a:ea typeface="Verdana"/>
                          <a:cs typeface="Verdana"/>
                          <a:sym typeface="Verdana"/>
                        </a:rPr>
                        <a:t>Acción del Actor</a:t>
                      </a:r>
                      <a:endParaRPr b="1" sz="1400" u="none" cap="none" strike="noStrike">
                        <a:latin typeface="Verdana"/>
                        <a:ea typeface="Verdana"/>
                        <a:cs typeface="Verdana"/>
                        <a:sym typeface="Verdana"/>
                      </a:endParaRPr>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342900" lvl="0" marL="342900" marR="0" rtl="0" algn="ctr">
                        <a:lnSpc>
                          <a:spcPct val="100000"/>
                        </a:lnSpc>
                        <a:spcBef>
                          <a:spcPts val="0"/>
                        </a:spcBef>
                        <a:spcAft>
                          <a:spcPts val="0"/>
                        </a:spcAft>
                        <a:buClr>
                          <a:srgbClr val="000000"/>
                        </a:buClr>
                        <a:buSzPts val="1400"/>
                        <a:buFont typeface="Arial"/>
                        <a:buNone/>
                      </a:pPr>
                      <a:r>
                        <a:rPr b="1" lang="en-US" sz="1400" u="none" cap="none" strike="noStrike">
                          <a:latin typeface="Verdana"/>
                          <a:ea typeface="Verdana"/>
                          <a:cs typeface="Verdana"/>
                          <a:sym typeface="Verdana"/>
                        </a:rPr>
                        <a:t>Acciones del Sistema</a:t>
                      </a:r>
                      <a:endParaRPr b="1" sz="1400" u="none" cap="none" strike="noStrike">
                        <a:latin typeface="Verdana"/>
                        <a:ea typeface="Verdana"/>
                        <a:cs typeface="Verdana"/>
                        <a:sym typeface="Verdana"/>
                      </a:endParaRPr>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r>
              <a:tr h="1813200">
                <a:tc vMerge="1"/>
                <a:tc>
                  <a:txBody>
                    <a:bodyPr/>
                    <a:lstStyle/>
                    <a:p>
                      <a:pPr indent="-342900" lvl="0" marL="342900" marR="0" rtl="0" algn="l">
                        <a:lnSpc>
                          <a:spcPct val="100000"/>
                        </a:lnSpc>
                        <a:spcBef>
                          <a:spcPts val="0"/>
                        </a:spcBef>
                        <a:spcAft>
                          <a:spcPts val="0"/>
                        </a:spcAft>
                        <a:buClr>
                          <a:srgbClr val="000000"/>
                        </a:buClr>
                        <a:buSzPts val="1400"/>
                        <a:buFont typeface="Arial"/>
                        <a:buNone/>
                      </a:pPr>
                      <a:r>
                        <a:rPr b="1" lang="en-US" sz="1400" u="none" cap="none" strike="noStrike">
                          <a:latin typeface="Verdana"/>
                          <a:ea typeface="Verdana"/>
                          <a:cs typeface="Verdana"/>
                          <a:sym typeface="Verdana"/>
                        </a:rPr>
                        <a:t>Paso 1</a:t>
                      </a:r>
                      <a:r>
                        <a:rPr lang="en-US" sz="1400" u="none" cap="none" strike="noStrike">
                          <a:latin typeface="Verdana"/>
                          <a:ea typeface="Verdana"/>
                          <a:cs typeface="Verdana"/>
                          <a:sym typeface="Verdana"/>
                        </a:rPr>
                        <a:t>: el usuario no registrado selecciona la opción </a:t>
                      </a:r>
                      <a:r>
                        <a:rPr i="1" lang="en-US" sz="1400" u="none" cap="none" strike="noStrike">
                          <a:latin typeface="Verdana"/>
                          <a:ea typeface="Verdana"/>
                          <a:cs typeface="Verdana"/>
                          <a:sym typeface="Verdana"/>
                        </a:rPr>
                        <a:t>Registrar usuario</a:t>
                      </a:r>
                      <a:r>
                        <a:rPr lang="en-US" sz="1400" u="none" cap="none" strike="noStrike">
                          <a:latin typeface="Verdana"/>
                          <a:ea typeface="Verdana"/>
                          <a:cs typeface="Verdana"/>
                          <a:sym typeface="Verdana"/>
                        </a:rPr>
                        <a:t>.</a:t>
                      </a:r>
                      <a:endParaRPr sz="1400" u="none" cap="none" strike="noStrike"/>
                    </a:p>
                    <a:p>
                      <a:pPr indent="-342900" lvl="0" marL="342900" marR="0" rtl="0" algn="l">
                        <a:lnSpc>
                          <a:spcPct val="100000"/>
                        </a:lnSpc>
                        <a:spcBef>
                          <a:spcPts val="600"/>
                        </a:spcBef>
                        <a:spcAft>
                          <a:spcPts val="0"/>
                        </a:spcAft>
                        <a:buClr>
                          <a:srgbClr val="000000"/>
                        </a:buClr>
                        <a:buSzPts val="1400"/>
                        <a:buFont typeface="Arial"/>
                        <a:buNone/>
                      </a:pPr>
                      <a:r>
                        <a:rPr b="1" lang="en-US" sz="1400" u="none" cap="none" strike="noStrike">
                          <a:latin typeface="Verdana"/>
                          <a:ea typeface="Verdana"/>
                          <a:cs typeface="Verdana"/>
                          <a:sym typeface="Verdana"/>
                        </a:rPr>
                        <a:t>Paso 3</a:t>
                      </a:r>
                      <a:r>
                        <a:rPr lang="en-US" sz="1400" u="none" cap="none" strike="noStrike">
                          <a:latin typeface="Verdana"/>
                          <a:ea typeface="Verdana"/>
                          <a:cs typeface="Verdana"/>
                          <a:sym typeface="Verdana"/>
                        </a:rPr>
                        <a:t>: el usuario no registrado completa los datos requeridos.</a:t>
                      </a:r>
                      <a:endParaRPr sz="1400" u="none" cap="none" strike="noStrike"/>
                    </a:p>
                    <a:p>
                      <a:pPr indent="-342900" lvl="0" marL="342900" marR="0" rtl="0" algn="l">
                        <a:lnSpc>
                          <a:spcPct val="100000"/>
                        </a:lnSpc>
                        <a:spcBef>
                          <a:spcPts val="600"/>
                        </a:spcBef>
                        <a:spcAft>
                          <a:spcPts val="0"/>
                        </a:spcAft>
                        <a:buClr>
                          <a:srgbClr val="000000"/>
                        </a:buClr>
                        <a:buSzPts val="1400"/>
                        <a:buFont typeface="Arial"/>
                        <a:buNone/>
                      </a:pPr>
                      <a:r>
                        <a:rPr b="1" lang="en-US" sz="1400" u="none" cap="none" strike="noStrike">
                          <a:latin typeface="Verdana"/>
                          <a:ea typeface="Verdana"/>
                          <a:cs typeface="Verdana"/>
                          <a:sym typeface="Verdana"/>
                        </a:rPr>
                        <a:t>Paso 5</a:t>
                      </a:r>
                      <a:r>
                        <a:rPr lang="en-US" sz="1400" u="none" cap="none" strike="noStrike">
                          <a:latin typeface="Verdana"/>
                          <a:ea typeface="Verdana"/>
                          <a:cs typeface="Verdana"/>
                          <a:sym typeface="Verdana"/>
                        </a:rPr>
                        <a:t>: el usuario no registrado completa los datos requeridos.</a:t>
                      </a:r>
                      <a:endParaRPr sz="1400" u="none" cap="none" strike="noStrike"/>
                    </a:p>
                    <a:p>
                      <a:pPr indent="-342900" lvl="0" marL="342900" marR="0" rtl="0" algn="l">
                        <a:lnSpc>
                          <a:spcPct val="100000"/>
                        </a:lnSpc>
                        <a:spcBef>
                          <a:spcPts val="600"/>
                        </a:spcBef>
                        <a:spcAft>
                          <a:spcPts val="0"/>
                        </a:spcAft>
                        <a:buClr>
                          <a:srgbClr val="000000"/>
                        </a:buClr>
                        <a:buSzPts val="1400"/>
                        <a:buFont typeface="Arial"/>
                        <a:buNone/>
                      </a:pPr>
                      <a:r>
                        <a:t/>
                      </a:r>
                      <a:endParaRPr sz="1400" u="none" cap="none" strike="noStrike">
                        <a:latin typeface="Verdana"/>
                        <a:ea typeface="Verdana"/>
                        <a:cs typeface="Verdana"/>
                        <a:sym typeface="Verdana"/>
                      </a:endParaRPr>
                    </a:p>
                    <a:p>
                      <a:pPr indent="-342900" lvl="0" marL="342900" marR="0" rtl="0" algn="l">
                        <a:lnSpc>
                          <a:spcPct val="100000"/>
                        </a:lnSpc>
                        <a:spcBef>
                          <a:spcPts val="600"/>
                        </a:spcBef>
                        <a:spcAft>
                          <a:spcPts val="0"/>
                        </a:spcAft>
                        <a:buClr>
                          <a:srgbClr val="000000"/>
                        </a:buClr>
                        <a:buSzPts val="1400"/>
                        <a:buFont typeface="Arial"/>
                        <a:buNone/>
                      </a:pPr>
                      <a:r>
                        <a:t/>
                      </a:r>
                      <a:endParaRPr sz="1400" u="none" cap="none" strike="noStrike">
                        <a:latin typeface="Verdana"/>
                        <a:ea typeface="Verdana"/>
                        <a:cs typeface="Verdana"/>
                        <a:sym typeface="Verdana"/>
                      </a:endParaRPr>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342900" lvl="0" marL="342900" marR="0" rtl="0" algn="l">
                        <a:lnSpc>
                          <a:spcPct val="100000"/>
                        </a:lnSpc>
                        <a:spcBef>
                          <a:spcPts val="0"/>
                        </a:spcBef>
                        <a:spcAft>
                          <a:spcPts val="0"/>
                        </a:spcAft>
                        <a:buClr>
                          <a:srgbClr val="000000"/>
                        </a:buClr>
                        <a:buSzPts val="1400"/>
                        <a:buFont typeface="Arial"/>
                        <a:buNone/>
                      </a:pPr>
                      <a:r>
                        <a:rPr b="1" lang="en-US" sz="1400" u="none" cap="none" strike="noStrike">
                          <a:latin typeface="Verdana"/>
                          <a:ea typeface="Verdana"/>
                          <a:cs typeface="Verdana"/>
                          <a:sym typeface="Verdana"/>
                        </a:rPr>
                        <a:t>Paso 2</a:t>
                      </a:r>
                      <a:r>
                        <a:rPr lang="en-US" sz="1400" u="none" cap="none" strike="noStrike">
                          <a:latin typeface="Verdana"/>
                          <a:ea typeface="Verdana"/>
                          <a:cs typeface="Verdana"/>
                          <a:sym typeface="Verdana"/>
                        </a:rPr>
                        <a:t>: el sistema solicita datos personales.</a:t>
                      </a:r>
                      <a:endParaRPr sz="1400" u="none" cap="none" strike="noStrike">
                        <a:latin typeface="Verdana"/>
                        <a:ea typeface="Verdana"/>
                        <a:cs typeface="Verdana"/>
                        <a:sym typeface="Verdana"/>
                      </a:endParaRPr>
                    </a:p>
                    <a:p>
                      <a:pPr indent="-342900" lvl="0" marL="342900" marR="0" rtl="0" algn="l">
                        <a:lnSpc>
                          <a:spcPct val="100000"/>
                        </a:lnSpc>
                        <a:spcBef>
                          <a:spcPts val="600"/>
                        </a:spcBef>
                        <a:spcAft>
                          <a:spcPts val="0"/>
                        </a:spcAft>
                        <a:buClr>
                          <a:srgbClr val="000000"/>
                        </a:buClr>
                        <a:buSzPts val="1400"/>
                        <a:buFont typeface="Arial"/>
                        <a:buNone/>
                      </a:pPr>
                      <a:r>
                        <a:rPr b="1" lang="en-US" sz="1400" u="none" cap="none" strike="noStrike">
                          <a:latin typeface="Verdana"/>
                          <a:ea typeface="Verdana"/>
                          <a:cs typeface="Verdana"/>
                          <a:sym typeface="Verdana"/>
                        </a:rPr>
                        <a:t>Paso 4: </a:t>
                      </a:r>
                      <a:r>
                        <a:rPr b="0" lang="en-US" sz="1400" u="none" cap="none" strike="noStrike">
                          <a:latin typeface="Verdana"/>
                          <a:ea typeface="Verdana"/>
                          <a:cs typeface="Verdana"/>
                          <a:sym typeface="Verdana"/>
                        </a:rPr>
                        <a:t>El sistema solicita nombre de usuario único </a:t>
                      </a:r>
                      <a:r>
                        <a:rPr lang="en-US" sz="1400" u="none" cap="none" strike="noStrike">
                          <a:latin typeface="Verdana"/>
                          <a:ea typeface="Verdana"/>
                          <a:cs typeface="Verdana"/>
                          <a:sym typeface="Verdana"/>
                        </a:rPr>
                        <a:t>y una contraseña.</a:t>
                      </a:r>
                      <a:endParaRPr b="1" sz="1400" u="none" cap="none" strike="noStrike">
                        <a:latin typeface="Verdana"/>
                        <a:ea typeface="Verdana"/>
                        <a:cs typeface="Verdana"/>
                        <a:sym typeface="Verdana"/>
                      </a:endParaRPr>
                    </a:p>
                    <a:p>
                      <a:pPr indent="-342900" lvl="0" marL="342900" marR="0" rtl="0" algn="l">
                        <a:lnSpc>
                          <a:spcPct val="100000"/>
                        </a:lnSpc>
                        <a:spcBef>
                          <a:spcPts val="600"/>
                        </a:spcBef>
                        <a:spcAft>
                          <a:spcPts val="0"/>
                        </a:spcAft>
                        <a:buClr>
                          <a:srgbClr val="000000"/>
                        </a:buClr>
                        <a:buSzPts val="1400"/>
                        <a:buFont typeface="Arial"/>
                        <a:buNone/>
                      </a:pPr>
                      <a:r>
                        <a:rPr b="1" lang="en-US" sz="1400" u="none" cap="none" strike="noStrike">
                          <a:latin typeface="Verdana"/>
                          <a:ea typeface="Verdana"/>
                          <a:cs typeface="Verdana"/>
                          <a:sym typeface="Verdana"/>
                        </a:rPr>
                        <a:t>Paso 6</a:t>
                      </a:r>
                      <a:r>
                        <a:rPr lang="en-US" sz="1400" u="none" cap="none" strike="noStrike">
                          <a:latin typeface="Verdana"/>
                          <a:ea typeface="Verdana"/>
                          <a:cs typeface="Verdana"/>
                          <a:sym typeface="Verdana"/>
                        </a:rPr>
                        <a:t>: El sistema verifica que no exista otro usuario con el mismo nombre.</a:t>
                      </a:r>
                      <a:endParaRPr sz="1400" u="none" cap="none" strike="noStrike"/>
                    </a:p>
                    <a:p>
                      <a:pPr indent="-342900" lvl="0" marL="342900" marR="0" rtl="0" algn="l">
                        <a:lnSpc>
                          <a:spcPct val="100000"/>
                        </a:lnSpc>
                        <a:spcBef>
                          <a:spcPts val="600"/>
                        </a:spcBef>
                        <a:spcAft>
                          <a:spcPts val="0"/>
                        </a:spcAft>
                        <a:buClr>
                          <a:srgbClr val="000000"/>
                        </a:buClr>
                        <a:buSzPts val="1400"/>
                        <a:buFont typeface="Arial"/>
                        <a:buNone/>
                      </a:pPr>
                      <a:r>
                        <a:rPr b="1" lang="en-US" sz="1400" u="none" cap="none" strike="noStrike">
                          <a:latin typeface="Verdana"/>
                          <a:ea typeface="Verdana"/>
                          <a:cs typeface="Verdana"/>
                          <a:sym typeface="Verdana"/>
                        </a:rPr>
                        <a:t>Paso 7: </a:t>
                      </a:r>
                      <a:r>
                        <a:rPr lang="en-US" sz="1400" u="none" cap="none" strike="noStrike">
                          <a:latin typeface="Verdana"/>
                          <a:ea typeface="Verdana"/>
                          <a:cs typeface="Verdana"/>
                          <a:sym typeface="Verdana"/>
                        </a:rPr>
                        <a:t>Se registra el alta del nuevo usuario.</a:t>
                      </a:r>
                      <a:endParaRPr sz="1400" u="none" cap="none" strike="noStrike"/>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r>
              <a:tr h="936100">
                <a:tc>
                  <a:txBody>
                    <a:bodyPr/>
                    <a:lstStyle/>
                    <a:p>
                      <a:pPr indent="-342900" lvl="0" marL="342900" marR="0" rtl="0" algn="just">
                        <a:lnSpc>
                          <a:spcPct val="100000"/>
                        </a:lnSpc>
                        <a:spcBef>
                          <a:spcPts val="0"/>
                        </a:spcBef>
                        <a:spcAft>
                          <a:spcPts val="0"/>
                        </a:spcAft>
                        <a:buClr>
                          <a:srgbClr val="000000"/>
                        </a:buClr>
                        <a:buSzPts val="1400"/>
                        <a:buFont typeface="Arial"/>
                        <a:buNone/>
                      </a:pPr>
                      <a:r>
                        <a:rPr b="1" lang="en-US" sz="1400" u="none" cap="none" strike="noStrike">
                          <a:solidFill>
                            <a:schemeClr val="dk1"/>
                          </a:solidFill>
                          <a:latin typeface="Verdana"/>
                          <a:ea typeface="Verdana"/>
                          <a:cs typeface="Verdana"/>
                          <a:sym typeface="Verdana"/>
                        </a:rPr>
                        <a:t>Curso Alterno:</a:t>
                      </a:r>
                      <a:endParaRPr b="1" sz="1400" u="none" cap="none" strike="noStrike">
                        <a:solidFill>
                          <a:schemeClr val="dk1"/>
                        </a:solidFill>
                        <a:latin typeface="Verdana"/>
                        <a:ea typeface="Verdana"/>
                        <a:cs typeface="Verdana"/>
                        <a:sym typeface="Verdana"/>
                      </a:endParaRPr>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gridSpan="2">
                  <a:txBody>
                    <a:bodyPr/>
                    <a:lstStyle/>
                    <a:p>
                      <a:pPr indent="-342900" lvl="0" marL="342900" marR="0" rtl="0" algn="just">
                        <a:lnSpc>
                          <a:spcPct val="100000"/>
                        </a:lnSpc>
                        <a:spcBef>
                          <a:spcPts val="0"/>
                        </a:spcBef>
                        <a:spcAft>
                          <a:spcPts val="0"/>
                        </a:spcAft>
                        <a:buClr>
                          <a:srgbClr val="000000"/>
                        </a:buClr>
                        <a:buSzPts val="1400"/>
                        <a:buFont typeface="Arial"/>
                        <a:buNone/>
                      </a:pPr>
                      <a:r>
                        <a:rPr b="1" lang="en-US" sz="1400" u="none" cap="none" strike="noStrike">
                          <a:latin typeface="Verdana"/>
                          <a:ea typeface="Verdana"/>
                          <a:cs typeface="Verdana"/>
                          <a:sym typeface="Verdana"/>
                        </a:rPr>
                        <a:t>Paso alternativo 6</a:t>
                      </a:r>
                      <a:r>
                        <a:rPr lang="en-US" sz="1400" u="none" cap="none" strike="noStrike">
                          <a:latin typeface="Verdana"/>
                          <a:ea typeface="Verdana"/>
                          <a:cs typeface="Verdana"/>
                          <a:sym typeface="Verdana"/>
                        </a:rPr>
                        <a:t>: Ya existe un usuario con el mismo nombre. Se notifica. Volver al paso 4.</a:t>
                      </a:r>
                      <a:endParaRPr sz="1400" u="none" cap="none" strike="noStrike"/>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hMerge="1"/>
              </a:tr>
              <a:tr h="406500">
                <a:tc>
                  <a:txBody>
                    <a:bodyPr/>
                    <a:lstStyle/>
                    <a:p>
                      <a:pPr indent="-342900" lvl="0" marL="342900" marR="0" rtl="0" algn="just">
                        <a:lnSpc>
                          <a:spcPct val="100000"/>
                        </a:lnSpc>
                        <a:spcBef>
                          <a:spcPts val="0"/>
                        </a:spcBef>
                        <a:spcAft>
                          <a:spcPts val="0"/>
                        </a:spcAft>
                        <a:buClr>
                          <a:srgbClr val="000000"/>
                        </a:buClr>
                        <a:buSzPts val="1400"/>
                        <a:buFont typeface="Arial"/>
                        <a:buNone/>
                      </a:pPr>
                      <a:r>
                        <a:rPr b="1" lang="en-US" sz="1400" u="none" cap="none" strike="noStrike">
                          <a:solidFill>
                            <a:schemeClr val="dk1"/>
                          </a:solidFill>
                          <a:latin typeface="Verdana"/>
                          <a:ea typeface="Verdana"/>
                          <a:cs typeface="Verdana"/>
                          <a:sym typeface="Verdana"/>
                        </a:rPr>
                        <a:t>Postcondición:</a:t>
                      </a:r>
                      <a:endParaRPr b="1" sz="1400" u="none" cap="none" strike="noStrike">
                        <a:solidFill>
                          <a:schemeClr val="dk1"/>
                        </a:solidFill>
                        <a:latin typeface="Verdana"/>
                        <a:ea typeface="Verdana"/>
                        <a:cs typeface="Verdana"/>
                        <a:sym typeface="Verdana"/>
                      </a:endParaRPr>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gridSpan="2">
                  <a:txBody>
                    <a:bodyPr/>
                    <a:lstStyle/>
                    <a:p>
                      <a:pPr indent="-342900" lvl="0" marL="342900" marR="0" rtl="0" algn="just">
                        <a:lnSpc>
                          <a:spcPct val="100000"/>
                        </a:lnSpc>
                        <a:spcBef>
                          <a:spcPts val="0"/>
                        </a:spcBef>
                        <a:spcAft>
                          <a:spcPts val="0"/>
                        </a:spcAft>
                        <a:buClr>
                          <a:srgbClr val="000000"/>
                        </a:buClr>
                        <a:buSzPts val="1400"/>
                        <a:buFont typeface="Arial"/>
                        <a:buNone/>
                      </a:pPr>
                      <a:r>
                        <a:rPr lang="en-US" sz="1400" u="none" cap="none" strike="noStrike">
                          <a:latin typeface="Verdana"/>
                          <a:ea typeface="Verdana"/>
                          <a:cs typeface="Verdana"/>
                          <a:sym typeface="Verdana"/>
                        </a:rPr>
                        <a:t>Se creó una cuenta de usuario nueva.</a:t>
                      </a:r>
                      <a:endParaRPr sz="1400" u="none" cap="none" strike="noStrike">
                        <a:latin typeface="Verdana"/>
                        <a:ea typeface="Verdana"/>
                        <a:cs typeface="Verdana"/>
                        <a:sym typeface="Verdana"/>
                      </a:endParaRPr>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hMerge="1"/>
              </a:tr>
            </a:tbl>
          </a:graphicData>
        </a:graphic>
      </p:graphicFrame>
      <p:sp>
        <p:nvSpPr>
          <p:cNvPr id="653" name="Google Shape;653;p14"/>
          <p:cNvSpPr txBox="1"/>
          <p:nvPr>
            <p:ph type="title"/>
          </p:nvPr>
        </p:nvSpPr>
        <p:spPr>
          <a:xfrm>
            <a:off x="1055440" y="228599"/>
            <a:ext cx="10526960" cy="921859"/>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2"/>
              </a:buClr>
              <a:buSzPts val="1800"/>
              <a:buNone/>
            </a:pPr>
            <a:r>
              <a:rPr lang="en-US"/>
              <a:t>Casos de uso – Ejemplo - Escenarios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graphicFrame>
        <p:nvGraphicFramePr>
          <p:cNvPr id="658" name="Google Shape;658;p15"/>
          <p:cNvGraphicFramePr/>
          <p:nvPr/>
        </p:nvGraphicFramePr>
        <p:xfrm>
          <a:off x="1019436" y="1379928"/>
          <a:ext cx="3000000" cy="3000000"/>
        </p:xfrm>
        <a:graphic>
          <a:graphicData uri="http://schemas.openxmlformats.org/drawingml/2006/table">
            <a:tbl>
              <a:tblPr>
                <a:noFill/>
                <a:tableStyleId>{04758DC2-2E3A-4E79-85B8-3D089E123D0C}</a:tableStyleId>
              </a:tblPr>
              <a:tblGrid>
                <a:gridCol w="2794050"/>
                <a:gridCol w="3679525"/>
                <a:gridCol w="3679525"/>
              </a:tblGrid>
              <a:tr h="294950">
                <a:tc>
                  <a:txBody>
                    <a:bodyPr/>
                    <a:lstStyle/>
                    <a:p>
                      <a:pPr indent="0" lvl="0" marL="0" marR="0" rtl="0" algn="just">
                        <a:lnSpc>
                          <a:spcPct val="100000"/>
                        </a:lnSpc>
                        <a:spcBef>
                          <a:spcPts val="0"/>
                        </a:spcBef>
                        <a:spcAft>
                          <a:spcPts val="0"/>
                        </a:spcAft>
                        <a:buClr>
                          <a:srgbClr val="000000"/>
                        </a:buClr>
                        <a:buSzPts val="1400"/>
                        <a:buFont typeface="Arial"/>
                        <a:buNone/>
                      </a:pPr>
                      <a:r>
                        <a:rPr b="1" lang="en-US" sz="1400" u="none" cap="none" strike="noStrike">
                          <a:latin typeface="Verdana"/>
                          <a:ea typeface="Verdana"/>
                          <a:cs typeface="Verdana"/>
                          <a:sym typeface="Verdana"/>
                        </a:rPr>
                        <a:t>Nombre del caso de uso:</a:t>
                      </a:r>
                      <a:r>
                        <a:rPr lang="en-US" sz="1400" u="none" cap="none" strike="noStrike">
                          <a:latin typeface="Times New Roman"/>
                          <a:ea typeface="Times New Roman"/>
                          <a:cs typeface="Times New Roman"/>
                          <a:sym typeface="Times New Roman"/>
                        </a:rPr>
                        <a:t> </a:t>
                      </a:r>
                      <a:endParaRPr sz="1400" u="none" cap="none" strike="noStrike">
                        <a:latin typeface="Times New Roman"/>
                        <a:ea typeface="Times New Roman"/>
                        <a:cs typeface="Times New Roman"/>
                        <a:sym typeface="Times New Roman"/>
                      </a:endParaRPr>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gridSpan="2">
                  <a:txBody>
                    <a:bodyPr/>
                    <a:lstStyle/>
                    <a:p>
                      <a:pPr indent="0" lvl="0" marL="0" marR="0" rtl="0" algn="just">
                        <a:lnSpc>
                          <a:spcPct val="100000"/>
                        </a:lnSpc>
                        <a:spcBef>
                          <a:spcPts val="0"/>
                        </a:spcBef>
                        <a:spcAft>
                          <a:spcPts val="0"/>
                        </a:spcAft>
                        <a:buClr>
                          <a:srgbClr val="000000"/>
                        </a:buClr>
                        <a:buSzPts val="1400"/>
                        <a:buFont typeface="Arial"/>
                        <a:buNone/>
                      </a:pPr>
                      <a:r>
                        <a:rPr lang="en-US" sz="1400" u="none" cap="none" strike="noStrike">
                          <a:latin typeface="Verdana"/>
                          <a:ea typeface="Verdana"/>
                          <a:cs typeface="Verdana"/>
                          <a:sym typeface="Verdana"/>
                        </a:rPr>
                        <a:t>Iniciar sesión</a:t>
                      </a:r>
                      <a:endParaRPr sz="1400" u="none" cap="none" strike="noStrike">
                        <a:latin typeface="Times New Roman"/>
                        <a:ea typeface="Times New Roman"/>
                        <a:cs typeface="Times New Roman"/>
                        <a:sym typeface="Times New Roman"/>
                      </a:endParaRPr>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r>
              <a:tr h="503150">
                <a:tc>
                  <a:txBody>
                    <a:bodyPr/>
                    <a:lstStyle/>
                    <a:p>
                      <a:pPr indent="0" lvl="0" marL="0" marR="0" rtl="0" algn="just">
                        <a:lnSpc>
                          <a:spcPct val="100000"/>
                        </a:lnSpc>
                        <a:spcBef>
                          <a:spcPts val="0"/>
                        </a:spcBef>
                        <a:spcAft>
                          <a:spcPts val="0"/>
                        </a:spcAft>
                        <a:buClr>
                          <a:srgbClr val="000000"/>
                        </a:buClr>
                        <a:buSzPts val="1400"/>
                        <a:buFont typeface="Arial"/>
                        <a:buNone/>
                      </a:pPr>
                      <a:r>
                        <a:rPr b="1" lang="en-US" sz="1400" u="none" cap="none" strike="noStrike">
                          <a:latin typeface="Verdana"/>
                          <a:ea typeface="Verdana"/>
                          <a:cs typeface="Verdana"/>
                          <a:sym typeface="Verdana"/>
                        </a:rPr>
                        <a:t>Descripción:</a:t>
                      </a:r>
                      <a:endParaRPr sz="1400" u="none" cap="none" strike="noStrike">
                        <a:solidFill>
                          <a:schemeClr val="dk1"/>
                        </a:solidFill>
                        <a:latin typeface="Verdana"/>
                        <a:ea typeface="Verdana"/>
                        <a:cs typeface="Verdana"/>
                        <a:sym typeface="Verdana"/>
                      </a:endParaRPr>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gridSpan="2">
                  <a:txBody>
                    <a:bodyPr/>
                    <a:lstStyle/>
                    <a:p>
                      <a:pPr indent="0" lvl="0" marL="0" marR="0" rtl="0" algn="just">
                        <a:lnSpc>
                          <a:spcPct val="100000"/>
                        </a:lnSpc>
                        <a:spcBef>
                          <a:spcPts val="0"/>
                        </a:spcBef>
                        <a:spcAft>
                          <a:spcPts val="0"/>
                        </a:spcAft>
                        <a:buClr>
                          <a:srgbClr val="000000"/>
                        </a:buClr>
                        <a:buSzPts val="1400"/>
                        <a:buFont typeface="Arial"/>
                        <a:buNone/>
                      </a:pPr>
                      <a:r>
                        <a:rPr lang="en-US" sz="1400" u="none" cap="none" strike="noStrike">
                          <a:solidFill>
                            <a:schemeClr val="dk1"/>
                          </a:solidFill>
                          <a:latin typeface="Verdana"/>
                          <a:ea typeface="Verdana"/>
                          <a:cs typeface="Verdana"/>
                          <a:sym typeface="Verdana"/>
                        </a:rPr>
                        <a:t>Especifica el modo en el que un usuario registrado inicia sesión con su nombre de usuario y contraseña.</a:t>
                      </a:r>
                      <a:endParaRPr sz="1400" u="none" cap="none" strike="noStrike">
                        <a:solidFill>
                          <a:schemeClr val="dk1"/>
                        </a:solidFill>
                        <a:latin typeface="Verdana"/>
                        <a:ea typeface="Verdana"/>
                        <a:cs typeface="Verdana"/>
                        <a:sym typeface="Verdana"/>
                      </a:endParaRPr>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r>
              <a:tr h="399200">
                <a:tc>
                  <a:txBody>
                    <a:bodyPr/>
                    <a:lstStyle/>
                    <a:p>
                      <a:pPr indent="0" lvl="0" marL="0" marR="0" rtl="0" algn="just">
                        <a:lnSpc>
                          <a:spcPct val="100000"/>
                        </a:lnSpc>
                        <a:spcBef>
                          <a:spcPts val="0"/>
                        </a:spcBef>
                        <a:spcAft>
                          <a:spcPts val="0"/>
                        </a:spcAft>
                        <a:buClr>
                          <a:srgbClr val="000000"/>
                        </a:buClr>
                        <a:buSzPts val="1400"/>
                        <a:buFont typeface="Arial"/>
                        <a:buNone/>
                      </a:pPr>
                      <a:r>
                        <a:rPr b="1" lang="en-US" sz="1400" u="none" cap="none" strike="noStrike">
                          <a:latin typeface="Verdana"/>
                          <a:ea typeface="Verdana"/>
                          <a:cs typeface="Verdana"/>
                          <a:sym typeface="Verdana"/>
                        </a:rPr>
                        <a:t>Actores: </a:t>
                      </a:r>
                      <a:endParaRPr sz="1400" u="none" cap="none" strike="noStrike">
                        <a:latin typeface="Verdana"/>
                        <a:ea typeface="Verdana"/>
                        <a:cs typeface="Verdana"/>
                        <a:sym typeface="Verdana"/>
                      </a:endParaRPr>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gridSpan="2">
                  <a:txBody>
                    <a:bodyPr/>
                    <a:lstStyle/>
                    <a:p>
                      <a:pPr indent="0" lvl="0" marL="0" marR="0" rtl="0" algn="just">
                        <a:lnSpc>
                          <a:spcPct val="100000"/>
                        </a:lnSpc>
                        <a:spcBef>
                          <a:spcPts val="0"/>
                        </a:spcBef>
                        <a:spcAft>
                          <a:spcPts val="0"/>
                        </a:spcAft>
                        <a:buClr>
                          <a:srgbClr val="000000"/>
                        </a:buClr>
                        <a:buSzPts val="1400"/>
                        <a:buFont typeface="Arial"/>
                        <a:buNone/>
                      </a:pPr>
                      <a:r>
                        <a:rPr lang="en-US" sz="1400" u="none" cap="none" strike="noStrike">
                          <a:solidFill>
                            <a:schemeClr val="dk1"/>
                          </a:solidFill>
                          <a:latin typeface="Verdana"/>
                          <a:ea typeface="Verdana"/>
                          <a:cs typeface="Verdana"/>
                          <a:sym typeface="Verdana"/>
                        </a:rPr>
                        <a:t>Usuario Registrado</a:t>
                      </a:r>
                      <a:endParaRPr sz="1400" u="none" cap="none" strike="noStrike">
                        <a:solidFill>
                          <a:schemeClr val="dk1"/>
                        </a:solidFill>
                        <a:latin typeface="Verdana"/>
                        <a:ea typeface="Verdana"/>
                        <a:cs typeface="Verdana"/>
                        <a:sym typeface="Verdana"/>
                      </a:endParaRPr>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r>
              <a:tr h="399200">
                <a:tc>
                  <a:txBody>
                    <a:bodyPr/>
                    <a:lstStyle/>
                    <a:p>
                      <a:pPr indent="0" lvl="0" marL="0" marR="0" rtl="0" algn="just">
                        <a:lnSpc>
                          <a:spcPct val="100000"/>
                        </a:lnSpc>
                        <a:spcBef>
                          <a:spcPts val="0"/>
                        </a:spcBef>
                        <a:spcAft>
                          <a:spcPts val="0"/>
                        </a:spcAft>
                        <a:buClr>
                          <a:srgbClr val="000000"/>
                        </a:buClr>
                        <a:buSzPts val="1400"/>
                        <a:buFont typeface="Arial"/>
                        <a:buNone/>
                      </a:pPr>
                      <a:r>
                        <a:rPr b="1" lang="en-US" sz="1400" u="none" cap="none" strike="noStrike">
                          <a:latin typeface="Verdana"/>
                          <a:ea typeface="Verdana"/>
                          <a:cs typeface="Verdana"/>
                          <a:sym typeface="Verdana"/>
                        </a:rPr>
                        <a:t>Precondiciones:</a:t>
                      </a:r>
                      <a:r>
                        <a:rPr lang="en-US" sz="1400" u="none" cap="none" strike="noStrike">
                          <a:latin typeface="Times New Roman"/>
                          <a:ea typeface="Times New Roman"/>
                          <a:cs typeface="Times New Roman"/>
                          <a:sym typeface="Times New Roman"/>
                        </a:rPr>
                        <a:t> </a:t>
                      </a:r>
                      <a:endParaRPr sz="1400" u="none" cap="none" strike="noStrike">
                        <a:latin typeface="Verdana"/>
                        <a:ea typeface="Verdana"/>
                        <a:cs typeface="Verdana"/>
                        <a:sym typeface="Verdana"/>
                      </a:endParaRPr>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gridSpan="2">
                  <a:txBody>
                    <a:bodyPr/>
                    <a:lstStyle/>
                    <a:p>
                      <a:pPr indent="0" lvl="0" marL="0" marR="0" rtl="0" algn="just">
                        <a:lnSpc>
                          <a:spcPct val="100000"/>
                        </a:lnSpc>
                        <a:spcBef>
                          <a:spcPts val="0"/>
                        </a:spcBef>
                        <a:spcAft>
                          <a:spcPts val="0"/>
                        </a:spcAft>
                        <a:buClr>
                          <a:srgbClr val="000000"/>
                        </a:buClr>
                        <a:buSzPts val="1400"/>
                        <a:buFont typeface="Arial"/>
                        <a:buNone/>
                      </a:pPr>
                      <a:r>
                        <a:rPr lang="en-US" sz="1400" u="none" cap="none" strike="noStrike">
                          <a:solidFill>
                            <a:schemeClr val="dk1"/>
                          </a:solidFill>
                          <a:latin typeface="Verdana"/>
                          <a:ea typeface="Verdana"/>
                          <a:cs typeface="Verdana"/>
                          <a:sym typeface="Verdana"/>
                        </a:rPr>
                        <a:t>---</a:t>
                      </a:r>
                      <a:endParaRPr sz="1400" u="none" cap="none" strike="noStrike"/>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r>
              <a:tr h="294950">
                <a:tc rowSpan="2">
                  <a:txBody>
                    <a:bodyPr/>
                    <a:lstStyle/>
                    <a:p>
                      <a:pPr indent="-342900" lvl="0" marL="342900" marR="0" rtl="0" algn="just">
                        <a:lnSpc>
                          <a:spcPct val="100000"/>
                        </a:lnSpc>
                        <a:spcBef>
                          <a:spcPts val="0"/>
                        </a:spcBef>
                        <a:spcAft>
                          <a:spcPts val="0"/>
                        </a:spcAft>
                        <a:buClr>
                          <a:srgbClr val="000000"/>
                        </a:buClr>
                        <a:buSzPts val="1400"/>
                        <a:buFont typeface="Arial"/>
                        <a:buNone/>
                      </a:pPr>
                      <a:r>
                        <a:rPr b="1" lang="en-US" sz="1400" u="none" cap="none" strike="noStrike">
                          <a:latin typeface="Verdana"/>
                          <a:ea typeface="Verdana"/>
                          <a:cs typeface="Verdana"/>
                          <a:sym typeface="Verdana"/>
                        </a:rPr>
                        <a:t>Curso Normal:</a:t>
                      </a:r>
                      <a:endParaRPr sz="1400" u="none" cap="none" strike="noStrike">
                        <a:latin typeface="Times New Roman"/>
                        <a:ea typeface="Times New Roman"/>
                        <a:cs typeface="Times New Roman"/>
                        <a:sym typeface="Times New Roman"/>
                      </a:endParaRPr>
                    </a:p>
                    <a:p>
                      <a:pPr indent="-342900" lvl="0" marL="342900" marR="0" rtl="0" algn="just">
                        <a:lnSpc>
                          <a:spcPct val="100000"/>
                        </a:lnSpc>
                        <a:spcBef>
                          <a:spcPts val="600"/>
                        </a:spcBef>
                        <a:spcAft>
                          <a:spcPts val="0"/>
                        </a:spcAft>
                        <a:buClr>
                          <a:srgbClr val="000000"/>
                        </a:buClr>
                        <a:buSzPts val="1400"/>
                        <a:buFont typeface="Arial"/>
                        <a:buNone/>
                      </a:pPr>
                      <a:r>
                        <a:t/>
                      </a:r>
                      <a:endParaRPr sz="1400" u="none" cap="none" strike="noStrike">
                        <a:latin typeface="Verdana"/>
                        <a:ea typeface="Verdana"/>
                        <a:cs typeface="Verdana"/>
                        <a:sym typeface="Verdana"/>
                      </a:endParaRPr>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rgbClr val="000000"/>
                        </a:buClr>
                        <a:buSzPts val="1400"/>
                        <a:buFont typeface="Arial"/>
                        <a:buNone/>
                      </a:pPr>
                      <a:r>
                        <a:rPr b="1" lang="en-US" sz="1400" u="none" cap="none" strike="noStrike">
                          <a:latin typeface="Verdana"/>
                          <a:ea typeface="Verdana"/>
                          <a:cs typeface="Verdana"/>
                          <a:sym typeface="Verdana"/>
                        </a:rPr>
                        <a:t>Acción del Actor</a:t>
                      </a:r>
                      <a:endParaRPr b="1" sz="1400" u="none" cap="none" strike="noStrike">
                        <a:latin typeface="Verdana"/>
                        <a:ea typeface="Verdana"/>
                        <a:cs typeface="Verdana"/>
                        <a:sym typeface="Verdana"/>
                      </a:endParaRPr>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rgbClr val="000000"/>
                        </a:buClr>
                        <a:buSzPts val="1400"/>
                        <a:buFont typeface="Arial"/>
                        <a:buNone/>
                      </a:pPr>
                      <a:r>
                        <a:rPr b="1" lang="en-US" sz="1400" u="none" cap="none" strike="noStrike">
                          <a:latin typeface="Verdana"/>
                          <a:ea typeface="Verdana"/>
                          <a:cs typeface="Verdana"/>
                          <a:sym typeface="Verdana"/>
                        </a:rPr>
                        <a:t>Acciones del Sistema</a:t>
                      </a:r>
                      <a:endParaRPr b="1" sz="1400" u="none" cap="none" strike="noStrike">
                        <a:latin typeface="Verdana"/>
                        <a:ea typeface="Verdana"/>
                        <a:cs typeface="Verdana"/>
                        <a:sym typeface="Verdana"/>
                      </a:endParaRPr>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804425">
                <a:tc vMerge="1"/>
                <a:tc>
                  <a:txBody>
                    <a:bodyPr/>
                    <a:lstStyle/>
                    <a:p>
                      <a:pPr indent="-342900" lvl="0" marL="342900" marR="0" rtl="0" algn="l">
                        <a:lnSpc>
                          <a:spcPct val="100000"/>
                        </a:lnSpc>
                        <a:spcBef>
                          <a:spcPts val="0"/>
                        </a:spcBef>
                        <a:spcAft>
                          <a:spcPts val="0"/>
                        </a:spcAft>
                        <a:buClr>
                          <a:srgbClr val="000000"/>
                        </a:buClr>
                        <a:buSzPts val="1400"/>
                        <a:buFont typeface="Arial"/>
                        <a:buNone/>
                      </a:pPr>
                      <a:r>
                        <a:rPr b="1" lang="en-US" sz="1400" u="none" cap="none" strike="noStrike">
                          <a:latin typeface="Verdana"/>
                          <a:ea typeface="Verdana"/>
                          <a:cs typeface="Verdana"/>
                          <a:sym typeface="Verdana"/>
                        </a:rPr>
                        <a:t>Paso 1</a:t>
                      </a:r>
                      <a:r>
                        <a:rPr lang="en-US" sz="1400" u="none" cap="none" strike="noStrike">
                          <a:latin typeface="Verdana"/>
                          <a:ea typeface="Verdana"/>
                          <a:cs typeface="Verdana"/>
                          <a:sym typeface="Verdana"/>
                        </a:rPr>
                        <a:t>: el usuario registrado selecciona la opción de iniciar sesión.</a:t>
                      </a:r>
                      <a:endParaRPr sz="1400" u="none" cap="none" strike="noStrike"/>
                    </a:p>
                    <a:p>
                      <a:pPr indent="-342900" lvl="0" marL="342900" marR="0" rtl="0" algn="l">
                        <a:lnSpc>
                          <a:spcPct val="100000"/>
                        </a:lnSpc>
                        <a:spcBef>
                          <a:spcPts val="600"/>
                        </a:spcBef>
                        <a:spcAft>
                          <a:spcPts val="0"/>
                        </a:spcAft>
                        <a:buClr>
                          <a:srgbClr val="000000"/>
                        </a:buClr>
                        <a:buSzPts val="1400"/>
                        <a:buFont typeface="Arial"/>
                        <a:buNone/>
                      </a:pPr>
                      <a:r>
                        <a:rPr b="1" lang="en-US" sz="1400" u="none" cap="none" strike="noStrike">
                          <a:latin typeface="Verdana"/>
                          <a:ea typeface="Verdana"/>
                          <a:cs typeface="Verdana"/>
                          <a:sym typeface="Verdana"/>
                        </a:rPr>
                        <a:t>Paso 3</a:t>
                      </a:r>
                      <a:r>
                        <a:rPr lang="en-US" sz="1400" u="none" cap="none" strike="noStrike">
                          <a:latin typeface="Verdana"/>
                          <a:ea typeface="Verdana"/>
                          <a:cs typeface="Verdana"/>
                          <a:sym typeface="Verdana"/>
                        </a:rPr>
                        <a:t>: el usuario registrado ingresa el nombre de usuario y contraseña.</a:t>
                      </a:r>
                      <a:endParaRPr sz="1400" u="none" cap="none" strike="noStrike"/>
                    </a:p>
                    <a:p>
                      <a:pPr indent="-342900" lvl="0" marL="342900" marR="0" rtl="0" algn="l">
                        <a:lnSpc>
                          <a:spcPct val="100000"/>
                        </a:lnSpc>
                        <a:spcBef>
                          <a:spcPts val="600"/>
                        </a:spcBef>
                        <a:spcAft>
                          <a:spcPts val="0"/>
                        </a:spcAft>
                        <a:buClr>
                          <a:srgbClr val="000000"/>
                        </a:buClr>
                        <a:buSzPts val="1400"/>
                        <a:buFont typeface="Arial"/>
                        <a:buNone/>
                      </a:pPr>
                      <a:r>
                        <a:t/>
                      </a:r>
                      <a:endParaRPr sz="1400" u="none" cap="none" strike="noStrike">
                        <a:latin typeface="Verdana"/>
                        <a:ea typeface="Verdana"/>
                        <a:cs typeface="Verdana"/>
                        <a:sym typeface="Verdana"/>
                      </a:endParaRPr>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l">
                        <a:lnSpc>
                          <a:spcPct val="100000"/>
                        </a:lnSpc>
                        <a:spcBef>
                          <a:spcPts val="0"/>
                        </a:spcBef>
                        <a:spcAft>
                          <a:spcPts val="0"/>
                        </a:spcAft>
                        <a:buClr>
                          <a:srgbClr val="000000"/>
                        </a:buClr>
                        <a:buSzPts val="1400"/>
                        <a:buFont typeface="Arial"/>
                        <a:buNone/>
                      </a:pPr>
                      <a:r>
                        <a:rPr b="1" lang="en-US" sz="1400" u="none" cap="none" strike="noStrike">
                          <a:latin typeface="Verdana"/>
                          <a:ea typeface="Verdana"/>
                          <a:cs typeface="Verdana"/>
                          <a:sym typeface="Verdana"/>
                        </a:rPr>
                        <a:t>Paso 2</a:t>
                      </a:r>
                      <a:r>
                        <a:rPr lang="en-US" sz="1400" u="none" cap="none" strike="noStrike">
                          <a:latin typeface="Verdana"/>
                          <a:ea typeface="Verdana"/>
                          <a:cs typeface="Verdana"/>
                          <a:sym typeface="Verdana"/>
                        </a:rPr>
                        <a:t>: el sistema solicita usuario y contraseña.</a:t>
                      </a:r>
                      <a:endParaRPr sz="1400" u="none" cap="none" strike="noStrike"/>
                    </a:p>
                    <a:p>
                      <a:pPr indent="-342900" lvl="0" marL="342900" marR="0" rtl="0" algn="l">
                        <a:lnSpc>
                          <a:spcPct val="100000"/>
                        </a:lnSpc>
                        <a:spcBef>
                          <a:spcPts val="600"/>
                        </a:spcBef>
                        <a:spcAft>
                          <a:spcPts val="0"/>
                        </a:spcAft>
                        <a:buClr>
                          <a:srgbClr val="000000"/>
                        </a:buClr>
                        <a:buSzPts val="1400"/>
                        <a:buFont typeface="Arial"/>
                        <a:buNone/>
                      </a:pPr>
                      <a:r>
                        <a:rPr b="1" lang="en-US" sz="1400" u="none" cap="none" strike="noStrike">
                          <a:latin typeface="Verdana"/>
                          <a:ea typeface="Verdana"/>
                          <a:cs typeface="Verdana"/>
                          <a:sym typeface="Verdana"/>
                        </a:rPr>
                        <a:t>Paso 4</a:t>
                      </a:r>
                      <a:r>
                        <a:rPr lang="en-US" sz="1400" u="none" cap="none" strike="noStrike">
                          <a:latin typeface="Verdana"/>
                          <a:ea typeface="Verdana"/>
                          <a:cs typeface="Verdana"/>
                          <a:sym typeface="Verdana"/>
                        </a:rPr>
                        <a:t>: el sistema verifica los datos ingresados.</a:t>
                      </a:r>
                      <a:endParaRPr sz="1400" u="none" cap="none" strike="noStrike"/>
                    </a:p>
                    <a:p>
                      <a:pPr indent="-342900" lvl="0" marL="342900" marR="0" rtl="0" algn="l">
                        <a:lnSpc>
                          <a:spcPct val="100000"/>
                        </a:lnSpc>
                        <a:spcBef>
                          <a:spcPts val="600"/>
                        </a:spcBef>
                        <a:spcAft>
                          <a:spcPts val="0"/>
                        </a:spcAft>
                        <a:buClr>
                          <a:srgbClr val="000000"/>
                        </a:buClr>
                        <a:buSzPts val="1400"/>
                        <a:buFont typeface="Arial"/>
                        <a:buNone/>
                      </a:pPr>
                      <a:r>
                        <a:rPr b="1" lang="en-US" sz="1400" u="none" cap="none" strike="noStrike">
                          <a:latin typeface="Verdana"/>
                          <a:ea typeface="Verdana"/>
                          <a:cs typeface="Verdana"/>
                          <a:sym typeface="Verdana"/>
                        </a:rPr>
                        <a:t>Paso 5</a:t>
                      </a:r>
                      <a:r>
                        <a:rPr lang="en-US" sz="1400" u="none" cap="none" strike="noStrike">
                          <a:latin typeface="Verdana"/>
                          <a:ea typeface="Verdana"/>
                          <a:cs typeface="Verdana"/>
                          <a:sym typeface="Verdana"/>
                        </a:rPr>
                        <a:t>: el sistema registra la sesión iniciada y habilita las acciones del usuario registrado.</a:t>
                      </a:r>
                      <a:endParaRPr sz="1400" u="none" cap="none" strike="noStrike">
                        <a:latin typeface="Verdana"/>
                        <a:ea typeface="Verdana"/>
                        <a:cs typeface="Verdana"/>
                        <a:sym typeface="Verdana"/>
                      </a:endParaRPr>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659675">
                <a:tc>
                  <a:txBody>
                    <a:bodyPr/>
                    <a:lstStyle/>
                    <a:p>
                      <a:pPr indent="-342900" lvl="0" marL="342900" marR="0" rtl="0" algn="just">
                        <a:lnSpc>
                          <a:spcPct val="100000"/>
                        </a:lnSpc>
                        <a:spcBef>
                          <a:spcPts val="0"/>
                        </a:spcBef>
                        <a:spcAft>
                          <a:spcPts val="0"/>
                        </a:spcAft>
                        <a:buClr>
                          <a:srgbClr val="000000"/>
                        </a:buClr>
                        <a:buSzPts val="1400"/>
                        <a:buFont typeface="Arial"/>
                        <a:buNone/>
                      </a:pPr>
                      <a:r>
                        <a:rPr b="1" lang="en-US" sz="1400" u="none" cap="none" strike="noStrike">
                          <a:solidFill>
                            <a:schemeClr val="dk1"/>
                          </a:solidFill>
                          <a:latin typeface="Verdana"/>
                          <a:ea typeface="Verdana"/>
                          <a:cs typeface="Verdana"/>
                          <a:sym typeface="Verdana"/>
                        </a:rPr>
                        <a:t>Curso Alterno:</a:t>
                      </a:r>
                      <a:endParaRPr b="1" sz="1400" u="none" cap="none" strike="noStrike">
                        <a:solidFill>
                          <a:schemeClr val="dk1"/>
                        </a:solidFill>
                        <a:latin typeface="Verdana"/>
                        <a:ea typeface="Verdana"/>
                        <a:cs typeface="Verdana"/>
                        <a:sym typeface="Verdana"/>
                      </a:endParaRPr>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gridSpan="2">
                  <a:txBody>
                    <a:bodyPr/>
                    <a:lstStyle/>
                    <a:p>
                      <a:pPr indent="-342900" lvl="0" marL="342900" marR="0" rtl="0" algn="just">
                        <a:lnSpc>
                          <a:spcPct val="100000"/>
                        </a:lnSpc>
                        <a:spcBef>
                          <a:spcPts val="0"/>
                        </a:spcBef>
                        <a:spcAft>
                          <a:spcPts val="0"/>
                        </a:spcAft>
                        <a:buClr>
                          <a:srgbClr val="000000"/>
                        </a:buClr>
                        <a:buSzPts val="1400"/>
                        <a:buFont typeface="Arial"/>
                        <a:buNone/>
                      </a:pPr>
                      <a:r>
                        <a:rPr b="1" lang="en-US" sz="1400" u="none" cap="none" strike="noStrike">
                          <a:latin typeface="Verdana"/>
                          <a:ea typeface="Verdana"/>
                          <a:cs typeface="Verdana"/>
                          <a:sym typeface="Verdana"/>
                        </a:rPr>
                        <a:t>Paso alternativo 4</a:t>
                      </a:r>
                      <a:r>
                        <a:rPr lang="en-US" sz="1400" u="none" cap="none" strike="noStrike">
                          <a:latin typeface="Verdana"/>
                          <a:ea typeface="Verdana"/>
                          <a:cs typeface="Verdana"/>
                          <a:sym typeface="Verdana"/>
                        </a:rPr>
                        <a:t>: el usuario o la contraseña no son válidas. Se notifica la discrepancia. Retoma desde el paso 2.</a:t>
                      </a:r>
                      <a:endParaRPr sz="1400" u="none" cap="none" strike="noStrike">
                        <a:latin typeface="Verdana"/>
                        <a:ea typeface="Verdana"/>
                        <a:cs typeface="Verdana"/>
                        <a:sym typeface="Verdana"/>
                      </a:endParaRPr>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r>
              <a:tr h="573850">
                <a:tc>
                  <a:txBody>
                    <a:bodyPr/>
                    <a:lstStyle/>
                    <a:p>
                      <a:pPr indent="-342900" lvl="0" marL="342900" marR="0" rtl="0" algn="just">
                        <a:lnSpc>
                          <a:spcPct val="100000"/>
                        </a:lnSpc>
                        <a:spcBef>
                          <a:spcPts val="0"/>
                        </a:spcBef>
                        <a:spcAft>
                          <a:spcPts val="0"/>
                        </a:spcAft>
                        <a:buClr>
                          <a:srgbClr val="000000"/>
                        </a:buClr>
                        <a:buSzPts val="1400"/>
                        <a:buFont typeface="Arial"/>
                        <a:buNone/>
                      </a:pPr>
                      <a:r>
                        <a:rPr b="1" lang="en-US" sz="1400" u="none" cap="none" strike="noStrike">
                          <a:solidFill>
                            <a:schemeClr val="dk1"/>
                          </a:solidFill>
                          <a:latin typeface="Verdana"/>
                          <a:ea typeface="Verdana"/>
                          <a:cs typeface="Verdana"/>
                          <a:sym typeface="Verdana"/>
                        </a:rPr>
                        <a:t>Postcondición:</a:t>
                      </a:r>
                      <a:endParaRPr b="1" sz="1400" u="none" cap="none" strike="noStrike">
                        <a:solidFill>
                          <a:schemeClr val="dk1"/>
                        </a:solidFill>
                        <a:latin typeface="Verdana"/>
                        <a:ea typeface="Verdana"/>
                        <a:cs typeface="Verdana"/>
                        <a:sym typeface="Verdana"/>
                      </a:endParaRPr>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gridSpan="2">
                  <a:txBody>
                    <a:bodyPr/>
                    <a:lstStyle/>
                    <a:p>
                      <a:pPr indent="17462" lvl="0" marL="180975" marR="0" rtl="0" algn="just">
                        <a:lnSpc>
                          <a:spcPct val="100000"/>
                        </a:lnSpc>
                        <a:spcBef>
                          <a:spcPts val="0"/>
                        </a:spcBef>
                        <a:spcAft>
                          <a:spcPts val="0"/>
                        </a:spcAft>
                        <a:buClr>
                          <a:srgbClr val="000000"/>
                        </a:buClr>
                        <a:buSzPts val="1400"/>
                        <a:buFont typeface="Arial"/>
                        <a:buNone/>
                      </a:pPr>
                      <a:r>
                        <a:rPr lang="en-US" sz="1400" u="none" cap="none" strike="noStrike">
                          <a:latin typeface="Verdana"/>
                          <a:ea typeface="Verdana"/>
                          <a:cs typeface="Verdana"/>
                          <a:sym typeface="Verdana"/>
                        </a:rPr>
                        <a:t>La sesión ha sido iniciada y las opciones para usuarios registrados aparecen habilitadas.</a:t>
                      </a:r>
                      <a:endParaRPr sz="1400" u="none" cap="none" strike="noStrike">
                        <a:latin typeface="Verdana"/>
                        <a:ea typeface="Verdana"/>
                        <a:cs typeface="Verdana"/>
                        <a:sym typeface="Verdana"/>
                      </a:endParaRPr>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r>
            </a:tbl>
          </a:graphicData>
        </a:graphic>
      </p:graphicFrame>
      <p:sp>
        <p:nvSpPr>
          <p:cNvPr id="659" name="Google Shape;659;p15"/>
          <p:cNvSpPr txBox="1"/>
          <p:nvPr>
            <p:ph idx="12" type="sldNum"/>
          </p:nvPr>
        </p:nvSpPr>
        <p:spPr>
          <a:xfrm>
            <a:off x="816864" y="6356350"/>
            <a:ext cx="26416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2"/>
              </a:buClr>
              <a:buSzPts val="1400"/>
              <a:buFont typeface="Gill Sans"/>
              <a:buNone/>
            </a:pPr>
            <a:fld id="{00000000-1234-1234-1234-123412341234}" type="slidenum">
              <a:rPr lang="en-US"/>
              <a:t>‹#›</a:t>
            </a:fld>
            <a:endParaRPr/>
          </a:p>
        </p:txBody>
      </p:sp>
      <p:sp>
        <p:nvSpPr>
          <p:cNvPr id="660" name="Google Shape;660;p15"/>
          <p:cNvSpPr txBox="1"/>
          <p:nvPr>
            <p:ph type="title"/>
          </p:nvPr>
        </p:nvSpPr>
        <p:spPr>
          <a:xfrm>
            <a:off x="1055440" y="228599"/>
            <a:ext cx="10526960" cy="921859"/>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2"/>
              </a:buClr>
              <a:buSzPts val="1800"/>
              <a:buNone/>
            </a:pPr>
            <a:r>
              <a:rPr lang="en-US"/>
              <a:t>Casos de uso – Ejemplo - Escenarios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4" name="Shape 664"/>
        <p:cNvGrpSpPr/>
        <p:nvPr/>
      </p:nvGrpSpPr>
      <p:grpSpPr>
        <a:xfrm>
          <a:off x="0" y="0"/>
          <a:ext cx="0" cy="0"/>
          <a:chOff x="0" y="0"/>
          <a:chExt cx="0" cy="0"/>
        </a:xfrm>
      </p:grpSpPr>
      <p:graphicFrame>
        <p:nvGraphicFramePr>
          <p:cNvPr id="665" name="Google Shape;665;p16"/>
          <p:cNvGraphicFramePr/>
          <p:nvPr/>
        </p:nvGraphicFramePr>
        <p:xfrm>
          <a:off x="983433" y="1276378"/>
          <a:ext cx="3000000" cy="3000000"/>
        </p:xfrm>
        <a:graphic>
          <a:graphicData uri="http://schemas.openxmlformats.org/drawingml/2006/table">
            <a:tbl>
              <a:tblPr>
                <a:noFill/>
                <a:tableStyleId>{04758DC2-2E3A-4E79-85B8-3D089E123D0C}</a:tableStyleId>
              </a:tblPr>
              <a:tblGrid>
                <a:gridCol w="2754425"/>
                <a:gridCol w="3627350"/>
                <a:gridCol w="3627350"/>
              </a:tblGrid>
              <a:tr h="324850">
                <a:tc>
                  <a:txBody>
                    <a:bodyPr/>
                    <a:lstStyle/>
                    <a:p>
                      <a:pPr indent="0" lvl="0" marL="0" marR="0" rtl="0" algn="just">
                        <a:lnSpc>
                          <a:spcPct val="100000"/>
                        </a:lnSpc>
                        <a:spcBef>
                          <a:spcPts val="0"/>
                        </a:spcBef>
                        <a:spcAft>
                          <a:spcPts val="0"/>
                        </a:spcAft>
                        <a:buClr>
                          <a:srgbClr val="000000"/>
                        </a:buClr>
                        <a:buSzPts val="1400"/>
                        <a:buFont typeface="Arial"/>
                        <a:buNone/>
                      </a:pPr>
                      <a:r>
                        <a:rPr b="1" lang="en-US" sz="1400" u="none" cap="none" strike="noStrike">
                          <a:latin typeface="Verdana"/>
                          <a:ea typeface="Verdana"/>
                          <a:cs typeface="Verdana"/>
                          <a:sym typeface="Verdana"/>
                        </a:rPr>
                        <a:t>Nombre del caso de uso:</a:t>
                      </a:r>
                      <a:r>
                        <a:rPr lang="en-US" sz="1400" u="none" cap="none" strike="noStrike">
                          <a:latin typeface="Times New Roman"/>
                          <a:ea typeface="Times New Roman"/>
                          <a:cs typeface="Times New Roman"/>
                          <a:sym typeface="Times New Roman"/>
                        </a:rPr>
                        <a:t> </a:t>
                      </a:r>
                      <a:endParaRPr sz="1400" u="none" cap="none" strike="noStrike">
                        <a:latin typeface="Times New Roman"/>
                        <a:ea typeface="Times New Roman"/>
                        <a:cs typeface="Times New Roman"/>
                        <a:sym typeface="Times New Roman"/>
                      </a:endParaRPr>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gridSpan="2">
                  <a:txBody>
                    <a:bodyPr/>
                    <a:lstStyle/>
                    <a:p>
                      <a:pPr indent="0" lvl="0" marL="0" marR="0" rtl="0" algn="just">
                        <a:lnSpc>
                          <a:spcPct val="100000"/>
                        </a:lnSpc>
                        <a:spcBef>
                          <a:spcPts val="0"/>
                        </a:spcBef>
                        <a:spcAft>
                          <a:spcPts val="0"/>
                        </a:spcAft>
                        <a:buClr>
                          <a:srgbClr val="000000"/>
                        </a:buClr>
                        <a:buSzPts val="1400"/>
                        <a:buFont typeface="Arial"/>
                        <a:buNone/>
                      </a:pPr>
                      <a:r>
                        <a:rPr lang="en-US" sz="1400" u="none" cap="none" strike="noStrike">
                          <a:latin typeface="Verdana"/>
                          <a:ea typeface="Verdana"/>
                          <a:cs typeface="Verdana"/>
                          <a:sym typeface="Verdana"/>
                        </a:rPr>
                        <a:t>Cerrar sesión</a:t>
                      </a:r>
                      <a:endParaRPr sz="1400" u="none" cap="none" strike="noStrike">
                        <a:latin typeface="Times New Roman"/>
                        <a:ea typeface="Times New Roman"/>
                        <a:cs typeface="Times New Roman"/>
                        <a:sym typeface="Times New Roman"/>
                      </a:endParaRPr>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r>
              <a:tr h="554150">
                <a:tc>
                  <a:txBody>
                    <a:bodyPr/>
                    <a:lstStyle/>
                    <a:p>
                      <a:pPr indent="0" lvl="0" marL="0" marR="0" rtl="0" algn="just">
                        <a:lnSpc>
                          <a:spcPct val="100000"/>
                        </a:lnSpc>
                        <a:spcBef>
                          <a:spcPts val="0"/>
                        </a:spcBef>
                        <a:spcAft>
                          <a:spcPts val="0"/>
                        </a:spcAft>
                        <a:buClr>
                          <a:srgbClr val="000000"/>
                        </a:buClr>
                        <a:buSzPts val="1400"/>
                        <a:buFont typeface="Arial"/>
                        <a:buNone/>
                      </a:pPr>
                      <a:r>
                        <a:rPr b="1" lang="en-US" sz="1400" u="none" cap="none" strike="noStrike">
                          <a:latin typeface="Verdana"/>
                          <a:ea typeface="Verdana"/>
                          <a:cs typeface="Verdana"/>
                          <a:sym typeface="Verdana"/>
                        </a:rPr>
                        <a:t>Descripción:</a:t>
                      </a:r>
                      <a:endParaRPr sz="1400" u="none" cap="none" strike="noStrike">
                        <a:solidFill>
                          <a:schemeClr val="dk1"/>
                        </a:solidFill>
                        <a:latin typeface="Verdana"/>
                        <a:ea typeface="Verdana"/>
                        <a:cs typeface="Verdana"/>
                        <a:sym typeface="Verdana"/>
                      </a:endParaRPr>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gridSpan="2">
                  <a:txBody>
                    <a:bodyPr/>
                    <a:lstStyle/>
                    <a:p>
                      <a:pPr indent="0" lvl="0" marL="0" marR="0" rtl="0" algn="just">
                        <a:lnSpc>
                          <a:spcPct val="100000"/>
                        </a:lnSpc>
                        <a:spcBef>
                          <a:spcPts val="0"/>
                        </a:spcBef>
                        <a:spcAft>
                          <a:spcPts val="0"/>
                        </a:spcAft>
                        <a:buClr>
                          <a:srgbClr val="000000"/>
                        </a:buClr>
                        <a:buSzPts val="1400"/>
                        <a:buFont typeface="Arial"/>
                        <a:buNone/>
                      </a:pPr>
                      <a:r>
                        <a:rPr lang="en-US" sz="1400" u="none" cap="none" strike="noStrike">
                          <a:solidFill>
                            <a:schemeClr val="dk1"/>
                          </a:solidFill>
                          <a:latin typeface="Verdana"/>
                          <a:ea typeface="Verdana"/>
                          <a:cs typeface="Verdana"/>
                          <a:sym typeface="Verdana"/>
                        </a:rPr>
                        <a:t>Este caso de uso describe el evento en el que un usuario registrado cierra la sesión.</a:t>
                      </a:r>
                      <a:endParaRPr sz="1400" u="none" cap="none" strike="noStrike">
                        <a:solidFill>
                          <a:schemeClr val="dk1"/>
                        </a:solidFill>
                        <a:latin typeface="Verdana"/>
                        <a:ea typeface="Verdana"/>
                        <a:cs typeface="Verdana"/>
                        <a:sym typeface="Verdana"/>
                      </a:endParaRPr>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r>
              <a:tr h="439675">
                <a:tc>
                  <a:txBody>
                    <a:bodyPr/>
                    <a:lstStyle/>
                    <a:p>
                      <a:pPr indent="0" lvl="0" marL="0" marR="0" rtl="0" algn="just">
                        <a:lnSpc>
                          <a:spcPct val="100000"/>
                        </a:lnSpc>
                        <a:spcBef>
                          <a:spcPts val="0"/>
                        </a:spcBef>
                        <a:spcAft>
                          <a:spcPts val="0"/>
                        </a:spcAft>
                        <a:buClr>
                          <a:srgbClr val="000000"/>
                        </a:buClr>
                        <a:buSzPts val="1400"/>
                        <a:buFont typeface="Arial"/>
                        <a:buNone/>
                      </a:pPr>
                      <a:r>
                        <a:rPr b="1" lang="en-US" sz="1400" u="none" cap="none" strike="noStrike">
                          <a:latin typeface="Verdana"/>
                          <a:ea typeface="Verdana"/>
                          <a:cs typeface="Verdana"/>
                          <a:sym typeface="Verdana"/>
                        </a:rPr>
                        <a:t>Actores: </a:t>
                      </a:r>
                      <a:endParaRPr sz="1400" u="none" cap="none" strike="noStrike">
                        <a:latin typeface="Verdana"/>
                        <a:ea typeface="Verdana"/>
                        <a:cs typeface="Verdana"/>
                        <a:sym typeface="Verdana"/>
                      </a:endParaRPr>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gridSpan="2">
                  <a:txBody>
                    <a:bodyPr/>
                    <a:lstStyle/>
                    <a:p>
                      <a:pPr indent="0" lvl="0" marL="0" marR="0" rtl="0" algn="just">
                        <a:lnSpc>
                          <a:spcPct val="100000"/>
                        </a:lnSpc>
                        <a:spcBef>
                          <a:spcPts val="0"/>
                        </a:spcBef>
                        <a:spcAft>
                          <a:spcPts val="0"/>
                        </a:spcAft>
                        <a:buClr>
                          <a:srgbClr val="000000"/>
                        </a:buClr>
                        <a:buSzPts val="1400"/>
                        <a:buFont typeface="Arial"/>
                        <a:buNone/>
                      </a:pPr>
                      <a:r>
                        <a:rPr lang="en-US" sz="1400" u="none" cap="none" strike="noStrike">
                          <a:solidFill>
                            <a:schemeClr val="dk1"/>
                          </a:solidFill>
                          <a:latin typeface="Verdana"/>
                          <a:ea typeface="Verdana"/>
                          <a:cs typeface="Verdana"/>
                          <a:sym typeface="Verdana"/>
                        </a:rPr>
                        <a:t>Usuario Registrado</a:t>
                      </a:r>
                      <a:endParaRPr sz="1400" u="none" cap="none" strike="noStrike">
                        <a:solidFill>
                          <a:schemeClr val="dk1"/>
                        </a:solidFill>
                        <a:latin typeface="Verdana"/>
                        <a:ea typeface="Verdana"/>
                        <a:cs typeface="Verdana"/>
                        <a:sym typeface="Verdana"/>
                      </a:endParaRPr>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r>
              <a:tr h="439675">
                <a:tc>
                  <a:txBody>
                    <a:bodyPr/>
                    <a:lstStyle/>
                    <a:p>
                      <a:pPr indent="0" lvl="0" marL="0" marR="0" rtl="0" algn="just">
                        <a:lnSpc>
                          <a:spcPct val="100000"/>
                        </a:lnSpc>
                        <a:spcBef>
                          <a:spcPts val="0"/>
                        </a:spcBef>
                        <a:spcAft>
                          <a:spcPts val="0"/>
                        </a:spcAft>
                        <a:buClr>
                          <a:srgbClr val="000000"/>
                        </a:buClr>
                        <a:buSzPts val="1400"/>
                        <a:buFont typeface="Arial"/>
                        <a:buNone/>
                      </a:pPr>
                      <a:r>
                        <a:rPr b="1" lang="en-US" sz="1400" u="none" cap="none" strike="noStrike">
                          <a:latin typeface="Verdana"/>
                          <a:ea typeface="Verdana"/>
                          <a:cs typeface="Verdana"/>
                          <a:sym typeface="Verdana"/>
                        </a:rPr>
                        <a:t>Precondiciones:</a:t>
                      </a:r>
                      <a:r>
                        <a:rPr lang="en-US" sz="1400" u="none" cap="none" strike="noStrike">
                          <a:latin typeface="Times New Roman"/>
                          <a:ea typeface="Times New Roman"/>
                          <a:cs typeface="Times New Roman"/>
                          <a:sym typeface="Times New Roman"/>
                        </a:rPr>
                        <a:t> </a:t>
                      </a:r>
                      <a:endParaRPr sz="1400" u="none" cap="none" strike="noStrike">
                        <a:latin typeface="Verdana"/>
                        <a:ea typeface="Verdana"/>
                        <a:cs typeface="Verdana"/>
                        <a:sym typeface="Verdana"/>
                      </a:endParaRPr>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gridSpan="2">
                  <a:txBody>
                    <a:bodyPr/>
                    <a:lstStyle/>
                    <a:p>
                      <a:pPr indent="0" lvl="0" marL="0" marR="0" rtl="0" algn="just">
                        <a:lnSpc>
                          <a:spcPct val="100000"/>
                        </a:lnSpc>
                        <a:spcBef>
                          <a:spcPts val="0"/>
                        </a:spcBef>
                        <a:spcAft>
                          <a:spcPts val="0"/>
                        </a:spcAft>
                        <a:buClr>
                          <a:srgbClr val="000000"/>
                        </a:buClr>
                        <a:buSzPts val="1400"/>
                        <a:buFont typeface="Arial"/>
                        <a:buNone/>
                      </a:pPr>
                      <a:r>
                        <a:rPr lang="en-US" sz="1400" u="none" cap="none" strike="noStrike">
                          <a:solidFill>
                            <a:schemeClr val="dk1"/>
                          </a:solidFill>
                          <a:latin typeface="Verdana"/>
                          <a:ea typeface="Verdana"/>
                          <a:cs typeface="Verdana"/>
                          <a:sym typeface="Verdana"/>
                        </a:rPr>
                        <a:t>El usuario debe tener una sesión iniciada.</a:t>
                      </a:r>
                      <a:endParaRPr sz="1400" u="none" cap="none" strike="noStrike">
                        <a:solidFill>
                          <a:schemeClr val="dk1"/>
                        </a:solidFill>
                        <a:latin typeface="Verdana"/>
                        <a:ea typeface="Verdana"/>
                        <a:cs typeface="Verdana"/>
                        <a:sym typeface="Verdana"/>
                      </a:endParaRPr>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r>
              <a:tr h="324850">
                <a:tc rowSpan="2">
                  <a:txBody>
                    <a:bodyPr/>
                    <a:lstStyle/>
                    <a:p>
                      <a:pPr indent="-342900" lvl="0" marL="342900" marR="0" rtl="0" algn="just">
                        <a:lnSpc>
                          <a:spcPct val="100000"/>
                        </a:lnSpc>
                        <a:spcBef>
                          <a:spcPts val="0"/>
                        </a:spcBef>
                        <a:spcAft>
                          <a:spcPts val="0"/>
                        </a:spcAft>
                        <a:buClr>
                          <a:srgbClr val="000000"/>
                        </a:buClr>
                        <a:buSzPts val="1400"/>
                        <a:buFont typeface="Arial"/>
                        <a:buNone/>
                      </a:pPr>
                      <a:r>
                        <a:rPr b="1" lang="en-US" sz="1400" u="none" cap="none" strike="noStrike">
                          <a:latin typeface="Verdana"/>
                          <a:ea typeface="Verdana"/>
                          <a:cs typeface="Verdana"/>
                          <a:sym typeface="Verdana"/>
                        </a:rPr>
                        <a:t>Curso Normal:</a:t>
                      </a:r>
                      <a:endParaRPr sz="1400" u="none" cap="none" strike="noStrike">
                        <a:latin typeface="Times New Roman"/>
                        <a:ea typeface="Times New Roman"/>
                        <a:cs typeface="Times New Roman"/>
                        <a:sym typeface="Times New Roman"/>
                      </a:endParaRPr>
                    </a:p>
                    <a:p>
                      <a:pPr indent="-342900" lvl="0" marL="342900" marR="0" rtl="0" algn="just">
                        <a:lnSpc>
                          <a:spcPct val="100000"/>
                        </a:lnSpc>
                        <a:spcBef>
                          <a:spcPts val="600"/>
                        </a:spcBef>
                        <a:spcAft>
                          <a:spcPts val="0"/>
                        </a:spcAft>
                        <a:buClr>
                          <a:srgbClr val="000000"/>
                        </a:buClr>
                        <a:buSzPts val="1400"/>
                        <a:buFont typeface="Arial"/>
                        <a:buNone/>
                      </a:pPr>
                      <a:r>
                        <a:t/>
                      </a:r>
                      <a:endParaRPr sz="1400" u="none" cap="none" strike="noStrike">
                        <a:latin typeface="Verdana"/>
                        <a:ea typeface="Verdana"/>
                        <a:cs typeface="Verdana"/>
                        <a:sym typeface="Verdana"/>
                      </a:endParaRPr>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rgbClr val="000000"/>
                        </a:buClr>
                        <a:buSzPts val="1400"/>
                        <a:buFont typeface="Arial"/>
                        <a:buNone/>
                      </a:pPr>
                      <a:r>
                        <a:rPr b="1" lang="en-US" sz="1400" u="none" cap="none" strike="noStrike">
                          <a:latin typeface="Verdana"/>
                          <a:ea typeface="Verdana"/>
                          <a:cs typeface="Verdana"/>
                          <a:sym typeface="Verdana"/>
                        </a:rPr>
                        <a:t>Acción del Actor</a:t>
                      </a:r>
                      <a:endParaRPr b="1" sz="1400" u="none" cap="none" strike="noStrike">
                        <a:latin typeface="Verdana"/>
                        <a:ea typeface="Verdana"/>
                        <a:cs typeface="Verdana"/>
                        <a:sym typeface="Verdana"/>
                      </a:endParaRPr>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rgbClr val="000000"/>
                        </a:buClr>
                        <a:buSzPts val="1400"/>
                        <a:buFont typeface="Arial"/>
                        <a:buNone/>
                      </a:pPr>
                      <a:r>
                        <a:rPr b="1" lang="en-US" sz="1400" u="none" cap="none" strike="noStrike">
                          <a:latin typeface="Verdana"/>
                          <a:ea typeface="Verdana"/>
                          <a:cs typeface="Verdana"/>
                          <a:sym typeface="Verdana"/>
                        </a:rPr>
                        <a:t>Acciones del Sistema</a:t>
                      </a:r>
                      <a:endParaRPr b="1" sz="1400" u="none" cap="none" strike="noStrike">
                        <a:latin typeface="Verdana"/>
                        <a:ea typeface="Verdana"/>
                        <a:cs typeface="Verdana"/>
                        <a:sym typeface="Verdana"/>
                      </a:endParaRPr>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447175">
                <a:tc vMerge="1"/>
                <a:tc>
                  <a:txBody>
                    <a:bodyPr/>
                    <a:lstStyle/>
                    <a:p>
                      <a:pPr indent="-342900" lvl="0" marL="342900" marR="0" rtl="0" algn="l">
                        <a:lnSpc>
                          <a:spcPct val="100000"/>
                        </a:lnSpc>
                        <a:spcBef>
                          <a:spcPts val="0"/>
                        </a:spcBef>
                        <a:spcAft>
                          <a:spcPts val="0"/>
                        </a:spcAft>
                        <a:buClr>
                          <a:srgbClr val="000000"/>
                        </a:buClr>
                        <a:buSzPts val="1400"/>
                        <a:buFont typeface="Arial"/>
                        <a:buNone/>
                      </a:pPr>
                      <a:r>
                        <a:rPr b="1" lang="en-US" sz="1400" u="none" cap="none" strike="noStrike">
                          <a:latin typeface="Verdana"/>
                          <a:ea typeface="Verdana"/>
                          <a:cs typeface="Verdana"/>
                          <a:sym typeface="Verdana"/>
                        </a:rPr>
                        <a:t>Paso 1</a:t>
                      </a:r>
                      <a:r>
                        <a:rPr lang="en-US" sz="1400" u="none" cap="none" strike="noStrike">
                          <a:latin typeface="Verdana"/>
                          <a:ea typeface="Verdana"/>
                          <a:cs typeface="Verdana"/>
                          <a:sym typeface="Verdana"/>
                        </a:rPr>
                        <a:t>: el usuario registrado selecciona la opción de cerrar sesión.</a:t>
                      </a:r>
                      <a:endParaRPr sz="1400" u="none" cap="none" strike="noStrike"/>
                    </a:p>
                    <a:p>
                      <a:pPr indent="-342900" lvl="0" marL="342900" marR="0" rtl="0" algn="l">
                        <a:lnSpc>
                          <a:spcPct val="100000"/>
                        </a:lnSpc>
                        <a:spcBef>
                          <a:spcPts val="600"/>
                        </a:spcBef>
                        <a:spcAft>
                          <a:spcPts val="0"/>
                        </a:spcAft>
                        <a:buClr>
                          <a:srgbClr val="000000"/>
                        </a:buClr>
                        <a:buSzPts val="1400"/>
                        <a:buFont typeface="Arial"/>
                        <a:buNone/>
                      </a:pPr>
                      <a:r>
                        <a:rPr b="1" lang="en-US" sz="1400" u="none" cap="none" strike="noStrike">
                          <a:latin typeface="Verdana"/>
                          <a:ea typeface="Verdana"/>
                          <a:cs typeface="Verdana"/>
                          <a:sym typeface="Verdana"/>
                        </a:rPr>
                        <a:t>Paso 3</a:t>
                      </a:r>
                      <a:r>
                        <a:rPr lang="en-US" sz="1400" u="none" cap="none" strike="noStrike">
                          <a:latin typeface="Verdana"/>
                          <a:ea typeface="Verdana"/>
                          <a:cs typeface="Verdana"/>
                          <a:sym typeface="Verdana"/>
                        </a:rPr>
                        <a:t>: el usuario registrado confirma la operación.</a:t>
                      </a:r>
                      <a:endParaRPr sz="1400" u="none" cap="none" strike="noStrike">
                        <a:latin typeface="Verdana"/>
                        <a:ea typeface="Verdana"/>
                        <a:cs typeface="Verdana"/>
                        <a:sym typeface="Verdana"/>
                      </a:endParaRPr>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l">
                        <a:lnSpc>
                          <a:spcPct val="100000"/>
                        </a:lnSpc>
                        <a:spcBef>
                          <a:spcPts val="0"/>
                        </a:spcBef>
                        <a:spcAft>
                          <a:spcPts val="0"/>
                        </a:spcAft>
                        <a:buClr>
                          <a:srgbClr val="000000"/>
                        </a:buClr>
                        <a:buSzPts val="1400"/>
                        <a:buFont typeface="Arial"/>
                        <a:buNone/>
                      </a:pPr>
                      <a:r>
                        <a:rPr b="1" lang="en-US" sz="1400" u="none" cap="none" strike="noStrike">
                          <a:latin typeface="Verdana"/>
                          <a:ea typeface="Verdana"/>
                          <a:cs typeface="Verdana"/>
                          <a:sym typeface="Verdana"/>
                        </a:rPr>
                        <a:t>Paso 2</a:t>
                      </a:r>
                      <a:r>
                        <a:rPr lang="en-US" sz="1400" u="none" cap="none" strike="noStrike">
                          <a:latin typeface="Verdana"/>
                          <a:ea typeface="Verdana"/>
                          <a:cs typeface="Verdana"/>
                          <a:sym typeface="Verdana"/>
                        </a:rPr>
                        <a:t>: el sistema solicita la confirmación del usuario.</a:t>
                      </a:r>
                      <a:endParaRPr sz="1400" u="none" cap="none" strike="noStrike">
                        <a:latin typeface="Verdana"/>
                        <a:ea typeface="Verdana"/>
                        <a:cs typeface="Verdana"/>
                        <a:sym typeface="Verdana"/>
                      </a:endParaRPr>
                    </a:p>
                    <a:p>
                      <a:pPr indent="-342900" lvl="0" marL="342900" marR="0" rtl="0" algn="l">
                        <a:lnSpc>
                          <a:spcPct val="100000"/>
                        </a:lnSpc>
                        <a:spcBef>
                          <a:spcPts val="600"/>
                        </a:spcBef>
                        <a:spcAft>
                          <a:spcPts val="0"/>
                        </a:spcAft>
                        <a:buClr>
                          <a:srgbClr val="000000"/>
                        </a:buClr>
                        <a:buSzPts val="1400"/>
                        <a:buFont typeface="Arial"/>
                        <a:buNone/>
                      </a:pPr>
                      <a:r>
                        <a:rPr b="1" lang="en-US" sz="1400" u="none" cap="none" strike="noStrike">
                          <a:latin typeface="Verdana"/>
                          <a:ea typeface="Verdana"/>
                          <a:cs typeface="Verdana"/>
                          <a:sym typeface="Verdana"/>
                        </a:rPr>
                        <a:t>Paso 4</a:t>
                      </a:r>
                      <a:r>
                        <a:rPr lang="en-US" sz="1400" u="none" cap="none" strike="noStrike">
                          <a:latin typeface="Verdana"/>
                          <a:ea typeface="Verdana"/>
                          <a:cs typeface="Verdana"/>
                          <a:sym typeface="Verdana"/>
                        </a:rPr>
                        <a:t>: el sistema cierra la sesión y deshabilita las acciones del usuario.</a:t>
                      </a:r>
                      <a:endParaRPr sz="1400" u="none" cap="none" strike="noStrike"/>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726550">
                <a:tc>
                  <a:txBody>
                    <a:bodyPr/>
                    <a:lstStyle/>
                    <a:p>
                      <a:pPr indent="-342900" lvl="0" marL="342900" marR="0" rtl="0" algn="just">
                        <a:lnSpc>
                          <a:spcPct val="100000"/>
                        </a:lnSpc>
                        <a:spcBef>
                          <a:spcPts val="0"/>
                        </a:spcBef>
                        <a:spcAft>
                          <a:spcPts val="0"/>
                        </a:spcAft>
                        <a:buClr>
                          <a:srgbClr val="000000"/>
                        </a:buClr>
                        <a:buSzPts val="1400"/>
                        <a:buFont typeface="Arial"/>
                        <a:buNone/>
                      </a:pPr>
                      <a:r>
                        <a:rPr b="1" lang="en-US" sz="1400" u="none" cap="none" strike="noStrike">
                          <a:solidFill>
                            <a:schemeClr val="dk1"/>
                          </a:solidFill>
                          <a:latin typeface="Verdana"/>
                          <a:ea typeface="Verdana"/>
                          <a:cs typeface="Verdana"/>
                          <a:sym typeface="Verdana"/>
                        </a:rPr>
                        <a:t>Curso Alterno:</a:t>
                      </a:r>
                      <a:endParaRPr b="1" sz="1400" u="none" cap="none" strike="noStrike">
                        <a:solidFill>
                          <a:schemeClr val="dk1"/>
                        </a:solidFill>
                        <a:latin typeface="Verdana"/>
                        <a:ea typeface="Verdana"/>
                        <a:cs typeface="Verdana"/>
                        <a:sym typeface="Verdana"/>
                      </a:endParaRPr>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gridSpan="2">
                  <a:txBody>
                    <a:bodyPr/>
                    <a:lstStyle/>
                    <a:p>
                      <a:pPr indent="-342900" lvl="0" marL="342900" marR="0" rtl="0" algn="just">
                        <a:lnSpc>
                          <a:spcPct val="100000"/>
                        </a:lnSpc>
                        <a:spcBef>
                          <a:spcPts val="0"/>
                        </a:spcBef>
                        <a:spcAft>
                          <a:spcPts val="0"/>
                        </a:spcAft>
                        <a:buClr>
                          <a:srgbClr val="000000"/>
                        </a:buClr>
                        <a:buSzPts val="1400"/>
                        <a:buFont typeface="Arial"/>
                        <a:buNone/>
                      </a:pPr>
                      <a:r>
                        <a:rPr b="1" lang="en-US" sz="1400" u="none" cap="none" strike="noStrike">
                          <a:latin typeface="Verdana"/>
                          <a:ea typeface="Verdana"/>
                          <a:cs typeface="Verdana"/>
                          <a:sym typeface="Verdana"/>
                        </a:rPr>
                        <a:t>Paso alternativo 3</a:t>
                      </a:r>
                      <a:r>
                        <a:rPr lang="en-US" sz="1400" u="none" cap="none" strike="noStrike">
                          <a:latin typeface="Verdana"/>
                          <a:ea typeface="Verdana"/>
                          <a:cs typeface="Verdana"/>
                          <a:sym typeface="Verdana"/>
                        </a:rPr>
                        <a:t>: el usuario registrado cancela la operación. Fin del caso de uso.</a:t>
                      </a:r>
                      <a:endParaRPr sz="1400" u="none" cap="none" strike="noStrike"/>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r>
              <a:tr h="632025">
                <a:tc>
                  <a:txBody>
                    <a:bodyPr/>
                    <a:lstStyle/>
                    <a:p>
                      <a:pPr indent="-342900" lvl="0" marL="342900" marR="0" rtl="0" algn="just">
                        <a:lnSpc>
                          <a:spcPct val="100000"/>
                        </a:lnSpc>
                        <a:spcBef>
                          <a:spcPts val="0"/>
                        </a:spcBef>
                        <a:spcAft>
                          <a:spcPts val="0"/>
                        </a:spcAft>
                        <a:buClr>
                          <a:srgbClr val="000000"/>
                        </a:buClr>
                        <a:buSzPts val="1400"/>
                        <a:buFont typeface="Arial"/>
                        <a:buNone/>
                      </a:pPr>
                      <a:r>
                        <a:rPr b="1" lang="en-US" sz="1400" u="none" cap="none" strike="noStrike">
                          <a:solidFill>
                            <a:schemeClr val="dk1"/>
                          </a:solidFill>
                          <a:latin typeface="Verdana"/>
                          <a:ea typeface="Verdana"/>
                          <a:cs typeface="Verdana"/>
                          <a:sym typeface="Verdana"/>
                        </a:rPr>
                        <a:t>Postcondición:</a:t>
                      </a:r>
                      <a:endParaRPr b="1" sz="1400" u="none" cap="none" strike="noStrike">
                        <a:solidFill>
                          <a:schemeClr val="dk1"/>
                        </a:solidFill>
                        <a:latin typeface="Verdana"/>
                        <a:ea typeface="Verdana"/>
                        <a:cs typeface="Verdana"/>
                        <a:sym typeface="Verdana"/>
                      </a:endParaRPr>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gridSpan="2">
                  <a:txBody>
                    <a:bodyPr/>
                    <a:lstStyle/>
                    <a:p>
                      <a:pPr indent="17458" lvl="0" marL="265113" marR="0" rtl="0" algn="just">
                        <a:lnSpc>
                          <a:spcPct val="100000"/>
                        </a:lnSpc>
                        <a:spcBef>
                          <a:spcPts val="0"/>
                        </a:spcBef>
                        <a:spcAft>
                          <a:spcPts val="0"/>
                        </a:spcAft>
                        <a:buClr>
                          <a:srgbClr val="000000"/>
                        </a:buClr>
                        <a:buSzPts val="1400"/>
                        <a:buFont typeface="Arial"/>
                        <a:buNone/>
                      </a:pPr>
                      <a:r>
                        <a:rPr lang="en-US" sz="1400" u="none" cap="none" strike="noStrike">
                          <a:latin typeface="Verdana"/>
                          <a:ea typeface="Verdana"/>
                          <a:cs typeface="Verdana"/>
                          <a:sym typeface="Verdana"/>
                        </a:rPr>
                        <a:t>La sesión ha sido cerrada, las opciones para usuarios registrados son deshabilitadas y se eliminan los datos de sesión.</a:t>
                      </a:r>
                      <a:endParaRPr sz="1400" u="none" cap="none" strike="noStrike">
                        <a:latin typeface="Verdana"/>
                        <a:ea typeface="Verdana"/>
                        <a:cs typeface="Verdana"/>
                        <a:sym typeface="Verdana"/>
                      </a:endParaRPr>
                    </a:p>
                  </a:txBody>
                  <a:tcPr marT="38100" marB="38100" marR="38100" marL="381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r>
            </a:tbl>
          </a:graphicData>
        </a:graphic>
      </p:graphicFrame>
      <p:sp>
        <p:nvSpPr>
          <p:cNvPr id="666" name="Google Shape;666;p16"/>
          <p:cNvSpPr txBox="1"/>
          <p:nvPr>
            <p:ph idx="12" type="sldNum"/>
          </p:nvPr>
        </p:nvSpPr>
        <p:spPr>
          <a:xfrm>
            <a:off x="816864" y="6356350"/>
            <a:ext cx="26416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2"/>
              </a:buClr>
              <a:buSzPts val="1400"/>
              <a:buFont typeface="Gill Sans"/>
              <a:buNone/>
            </a:pPr>
            <a:fld id="{00000000-1234-1234-1234-123412341234}" type="slidenum">
              <a:rPr lang="en-US"/>
              <a:t>‹#›</a:t>
            </a:fld>
            <a:endParaRPr/>
          </a:p>
        </p:txBody>
      </p:sp>
      <p:sp>
        <p:nvSpPr>
          <p:cNvPr id="667" name="Google Shape;667;p16"/>
          <p:cNvSpPr txBox="1"/>
          <p:nvPr>
            <p:ph type="title"/>
          </p:nvPr>
        </p:nvSpPr>
        <p:spPr>
          <a:xfrm>
            <a:off x="1055440" y="228599"/>
            <a:ext cx="10526960" cy="921859"/>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2"/>
              </a:buClr>
              <a:buSzPts val="1800"/>
              <a:buNone/>
            </a:pPr>
            <a:r>
              <a:rPr lang="en-US"/>
              <a:t>Casos de uso – Ejemplo - Escenarios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2_HDOfficeLightV0">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HDOfficeLightV0">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3_HDOfficeLightV0">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1_HDOfficeLightV0">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Tema1">
  <a:themeElements>
    <a:clrScheme name="Origen">
      <a:dk1>
        <a:srgbClr val="000000"/>
      </a:dk1>
      <a:lt1>
        <a:srgbClr val="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2011-10-05T15:01:46Z</dcterms:created>
  <dc:creator>Lucho</dc:creator>
</cp:coreProperties>
</file>